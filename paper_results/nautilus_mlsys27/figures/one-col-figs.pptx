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5"/>
  </p:notesMasterIdLst>
  <p:sldIdLst>
    <p:sldId id="262" r:id="rId2"/>
    <p:sldId id="274" r:id="rId3"/>
    <p:sldId id="275" r:id="rId4"/>
  </p:sldIdLst>
  <p:sldSz cx="5759450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6F4AC"/>
    <a:srgbClr val="275A17"/>
    <a:srgbClr val="276217"/>
    <a:srgbClr val="3A6B2F"/>
    <a:srgbClr val="3B9C23"/>
    <a:srgbClr val="46952B"/>
    <a:srgbClr val="F6850B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21"/>
    <p:restoredTop sz="94576"/>
  </p:normalViewPr>
  <p:slideViewPr>
    <p:cSldViewPr snapToGrid="0">
      <p:cViewPr varScale="1">
        <p:scale>
          <a:sx n="127" d="100"/>
          <a:sy n="127" d="100"/>
        </p:scale>
        <p:origin x="4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01A91-BE91-9E4D-92B3-020D132D33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1143000"/>
            <a:ext cx="224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71CB6-39A9-7C4D-AC18-9836A2F5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8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1pPr>
    <a:lvl2pPr marL="1344486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2pPr>
    <a:lvl3pPr marL="2688968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3pPr>
    <a:lvl4pPr marL="4033454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4pPr>
    <a:lvl5pPr marL="5377937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5pPr>
    <a:lvl6pPr marL="6722422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6pPr>
    <a:lvl7pPr marL="8066905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7pPr>
    <a:lvl8pPr marL="9411391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8pPr>
    <a:lvl9pPr marL="10755876" algn="l" defTabSz="2688968" rtl="0" eaLnBrk="1" latinLnBrk="0" hangingPunct="1">
      <a:defRPr sz="35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6638" y="1143000"/>
            <a:ext cx="2244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71CB6-39A9-7C4D-AC18-9836A2F5F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6638" y="1143000"/>
            <a:ext cx="2244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71CB6-39A9-7C4D-AC18-9836A2F5F8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44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71CB6-39A9-7C4D-AC18-9836A2F5F8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6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296173"/>
            <a:ext cx="4895533" cy="275734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4159854"/>
            <a:ext cx="4319588" cy="1912175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6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6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974512"/>
            <a:ext cx="4967526" cy="3294515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5300194"/>
            <a:ext cx="4967526" cy="1732508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5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2108344"/>
            <a:ext cx="2447766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2108344"/>
            <a:ext cx="2447766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21671"/>
            <a:ext cx="4967526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941510"/>
            <a:ext cx="2436517" cy="95150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2893014"/>
            <a:ext cx="2436517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941510"/>
            <a:ext cx="2448516" cy="95150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2893014"/>
            <a:ext cx="244851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5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5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1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28002"/>
            <a:ext cx="1857573" cy="1848009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1140341"/>
            <a:ext cx="2915722" cy="5628360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376011"/>
            <a:ext cx="1857573" cy="440185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9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28002"/>
            <a:ext cx="1857573" cy="1848009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1140341"/>
            <a:ext cx="2915722" cy="5628360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376011"/>
            <a:ext cx="1857573" cy="4401855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2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421669"/>
            <a:ext cx="1241881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421669"/>
            <a:ext cx="3653651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9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421671"/>
            <a:ext cx="4967526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2108344"/>
            <a:ext cx="4967526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7340703"/>
            <a:ext cx="129587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3976A-91B4-084E-A121-8F57922BFD1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7340703"/>
            <a:ext cx="194381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7340703"/>
            <a:ext cx="129587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015C-DF37-79B9-9852-49F97DFD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D9E090-1D60-7F13-865C-CA1E2C3CFCA6}"/>
              </a:ext>
            </a:extLst>
          </p:cNvPr>
          <p:cNvSpPr/>
          <p:nvPr/>
        </p:nvSpPr>
        <p:spPr>
          <a:xfrm>
            <a:off x="1514404" y="715741"/>
            <a:ext cx="3057406" cy="1970905"/>
          </a:xfrm>
          <a:prstGeom prst="roundRect">
            <a:avLst>
              <a:gd name="adj" fmla="val 3255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2A3892-5A84-E3D4-77D0-F08E8F898B43}"/>
              </a:ext>
            </a:extLst>
          </p:cNvPr>
          <p:cNvSpPr/>
          <p:nvPr/>
        </p:nvSpPr>
        <p:spPr>
          <a:xfrm>
            <a:off x="1924278" y="1429168"/>
            <a:ext cx="2306764" cy="417483"/>
          </a:xfrm>
          <a:prstGeom prst="roundRect">
            <a:avLst/>
          </a:prstGeom>
          <a:solidFill>
            <a:srgbClr val="A6F4AC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Auto-Scheduler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1CCF9-4BC9-177D-7251-542D07ACC816}"/>
              </a:ext>
            </a:extLst>
          </p:cNvPr>
          <p:cNvSpPr/>
          <p:nvPr/>
        </p:nvSpPr>
        <p:spPr>
          <a:xfrm>
            <a:off x="1318442" y="5342275"/>
            <a:ext cx="3518436" cy="359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Executable Kernel Module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3F0FFF-C911-5371-29CB-1341A03A40BA}"/>
              </a:ext>
            </a:extLst>
          </p:cNvPr>
          <p:cNvCxnSpPr>
            <a:cxnSpLocks/>
            <a:stCxn id="6" idx="2"/>
            <a:endCxn id="91" idx="0"/>
          </p:cNvCxnSpPr>
          <p:nvPr/>
        </p:nvCxnSpPr>
        <p:spPr>
          <a:xfrm>
            <a:off x="3077660" y="1846651"/>
            <a:ext cx="0" cy="223015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43AA69-B0C3-8AFB-BEBB-E1217CD53A84}"/>
              </a:ext>
            </a:extLst>
          </p:cNvPr>
          <p:cNvSpPr txBox="1"/>
          <p:nvPr/>
        </p:nvSpPr>
        <p:spPr>
          <a:xfrm>
            <a:off x="98131" y="3720601"/>
            <a:ext cx="727418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Sec. 5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5CAA1-C455-414B-C98C-175F2360F9E2}"/>
              </a:ext>
            </a:extLst>
          </p:cNvPr>
          <p:cNvSpPr txBox="1"/>
          <p:nvPr/>
        </p:nvSpPr>
        <p:spPr>
          <a:xfrm>
            <a:off x="94430" y="13593"/>
            <a:ext cx="731119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100" b="1" dirty="0">
                <a:cs typeface="Calibri" panose="020F0502020204030204" pitchFamily="34" charset="0"/>
              </a:rPr>
              <a:t>Sec. 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E7381B-E27A-BADC-75D9-B2CC277CB55B}"/>
              </a:ext>
            </a:extLst>
          </p:cNvPr>
          <p:cNvSpPr/>
          <p:nvPr/>
        </p:nvSpPr>
        <p:spPr>
          <a:xfrm>
            <a:off x="892483" y="30466"/>
            <a:ext cx="1965752" cy="3071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Tensor Expression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5F846A9-7CE2-B16C-BE60-ABE7EDD6F41E}"/>
              </a:ext>
            </a:extLst>
          </p:cNvPr>
          <p:cNvCxnSpPr>
            <a:cxnSpLocks/>
            <a:stCxn id="1054" idx="2"/>
            <a:endCxn id="116" idx="0"/>
          </p:cNvCxnSpPr>
          <p:nvPr/>
        </p:nvCxnSpPr>
        <p:spPr>
          <a:xfrm flipH="1">
            <a:off x="3077673" y="375013"/>
            <a:ext cx="2656" cy="517489"/>
          </a:xfrm>
          <a:prstGeom prst="line">
            <a:avLst/>
          </a:prstGeom>
          <a:ln>
            <a:headEnd type="none" w="med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B54575F-7A23-B437-A963-535422899D91}"/>
              </a:ext>
            </a:extLst>
          </p:cNvPr>
          <p:cNvSpPr/>
          <p:nvPr/>
        </p:nvSpPr>
        <p:spPr>
          <a:xfrm>
            <a:off x="3302399" y="31414"/>
            <a:ext cx="2334700" cy="3052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DL Operator Definition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BF92451-4638-85E0-B675-BE1C721B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343"/>
          <a:stretch>
            <a:fillRect/>
          </a:stretch>
        </p:blipFill>
        <p:spPr>
          <a:xfrm>
            <a:off x="4857863" y="351646"/>
            <a:ext cx="422376" cy="34909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64C4BF3-CD18-CE3F-5AC5-42461746F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05"/>
          <a:stretch>
            <a:fillRect/>
          </a:stretch>
        </p:blipFill>
        <p:spPr>
          <a:xfrm>
            <a:off x="4487363" y="351932"/>
            <a:ext cx="387571" cy="349096"/>
          </a:xfrm>
          <a:prstGeom prst="rect">
            <a:avLst/>
          </a:prstGeom>
        </p:spPr>
      </p:pic>
      <p:pic>
        <p:nvPicPr>
          <p:cNvPr id="50" name="Picture 4" descr="LF AI &amp; Data Foundation Logos and Artwork - ONNX">
            <a:extLst>
              <a:ext uri="{FF2B5EF4-FFF2-40B4-BE49-F238E27FC236}">
                <a16:creationId xmlns:a16="http://schemas.microsoft.com/office/drawing/2014/main" id="{E86FFF4A-BC59-FE40-6051-CEDEFD95D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3" r="13917" b="33609"/>
          <a:stretch>
            <a:fillRect/>
          </a:stretch>
        </p:blipFill>
        <p:spPr bwMode="auto">
          <a:xfrm>
            <a:off x="5335108" y="351646"/>
            <a:ext cx="362670" cy="34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21B294A-A6CE-EEC2-2C89-13D6C88F6487}"/>
              </a:ext>
            </a:extLst>
          </p:cNvPr>
          <p:cNvSpPr txBox="1"/>
          <p:nvPr/>
        </p:nvSpPr>
        <p:spPr>
          <a:xfrm>
            <a:off x="94430" y="1476326"/>
            <a:ext cx="731119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cs typeface="Calibri" panose="020F0502020204030204" pitchFamily="34" charset="0"/>
              </a:rPr>
              <a:t>Sec. 4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36CE1E3-A108-93CA-EA52-6E81EC74CF5C}"/>
              </a:ext>
            </a:extLst>
          </p:cNvPr>
          <p:cNvSpPr/>
          <p:nvPr/>
        </p:nvSpPr>
        <p:spPr>
          <a:xfrm>
            <a:off x="1924290" y="2069653"/>
            <a:ext cx="2306765" cy="5157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Optimized</a:t>
            </a:r>
          </a:p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Loop-Scalar IR Program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205B67B-52A6-094D-14D2-DC9B7CD01658}"/>
              </a:ext>
            </a:extLst>
          </p:cNvPr>
          <p:cNvCxnSpPr>
            <a:cxnSpLocks/>
            <a:stCxn id="91" idx="2"/>
            <a:endCxn id="110" idx="0"/>
          </p:cNvCxnSpPr>
          <p:nvPr/>
        </p:nvCxnSpPr>
        <p:spPr>
          <a:xfrm>
            <a:off x="3077673" y="2585385"/>
            <a:ext cx="2656" cy="319048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1989EB9-8A1E-9015-AF5E-1BA505471F26}"/>
              </a:ext>
            </a:extLst>
          </p:cNvPr>
          <p:cNvSpPr/>
          <p:nvPr/>
        </p:nvSpPr>
        <p:spPr>
          <a:xfrm>
            <a:off x="1321110" y="2904433"/>
            <a:ext cx="3518437" cy="2812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VR-Tile IR Program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F1BF24C-B112-65DE-9760-FF034FEDC71D}"/>
              </a:ext>
            </a:extLst>
          </p:cNvPr>
          <p:cNvSpPr/>
          <p:nvPr/>
        </p:nvSpPr>
        <p:spPr>
          <a:xfrm>
            <a:off x="1924290" y="892502"/>
            <a:ext cx="2306765" cy="3071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Loop-Scalar IR Program</a:t>
            </a: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2F8A9C9E-FE8A-0A67-C743-8CDC17745BC1}"/>
              </a:ext>
            </a:extLst>
          </p:cNvPr>
          <p:cNvSpPr/>
          <p:nvPr/>
        </p:nvSpPr>
        <p:spPr>
          <a:xfrm>
            <a:off x="1318238" y="3920083"/>
            <a:ext cx="3518436" cy="24736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750" dirty="0">
                <a:solidFill>
                  <a:schemeClr val="tx1"/>
                </a:solidFill>
                <a:cs typeface="Calibri" panose="020F0502020204030204" pitchFamily="34" charset="0"/>
              </a:rPr>
              <a:t>  MA-Tile IR Program</a:t>
            </a: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C5969E2B-FDDE-9C38-2C25-7C8F858CC854}"/>
              </a:ext>
            </a:extLst>
          </p:cNvPr>
          <p:cNvCxnSpPr>
            <a:cxnSpLocks/>
            <a:stCxn id="116" idx="2"/>
            <a:endCxn id="6" idx="0"/>
          </p:cNvCxnSpPr>
          <p:nvPr/>
        </p:nvCxnSpPr>
        <p:spPr>
          <a:xfrm>
            <a:off x="3077660" y="1199647"/>
            <a:ext cx="0" cy="229521"/>
          </a:xfrm>
          <a:prstGeom prst="line">
            <a:avLst/>
          </a:prstGeom>
          <a:ln>
            <a:headEnd type="none" w="med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45BE65A9-2878-D4E8-D6DE-C500C7D81DA3}"/>
              </a:ext>
            </a:extLst>
          </p:cNvPr>
          <p:cNvSpPr txBox="1"/>
          <p:nvPr/>
        </p:nvSpPr>
        <p:spPr>
          <a:xfrm>
            <a:off x="2834107" y="568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AB4ED81E-7FF2-CAB0-3AE8-ACC4D5EE3BFB}"/>
              </a:ext>
            </a:extLst>
          </p:cNvPr>
          <p:cNvCxnSpPr>
            <a:cxnSpLocks/>
            <a:stCxn id="110" idx="2"/>
            <a:endCxn id="60" idx="0"/>
          </p:cNvCxnSpPr>
          <p:nvPr/>
        </p:nvCxnSpPr>
        <p:spPr>
          <a:xfrm flipH="1">
            <a:off x="3078248" y="3185706"/>
            <a:ext cx="2081" cy="187788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Arrow Connector 1114">
            <a:extLst>
              <a:ext uri="{FF2B5EF4-FFF2-40B4-BE49-F238E27FC236}">
                <a16:creationId xmlns:a16="http://schemas.microsoft.com/office/drawing/2014/main" id="{03D5F4A6-3327-4BA8-36EC-A99E0A1B72C9}"/>
              </a:ext>
            </a:extLst>
          </p:cNvPr>
          <p:cNvCxnSpPr>
            <a:cxnSpLocks/>
            <a:stCxn id="1030" idx="2"/>
            <a:endCxn id="104" idx="0"/>
          </p:cNvCxnSpPr>
          <p:nvPr/>
        </p:nvCxnSpPr>
        <p:spPr>
          <a:xfrm>
            <a:off x="3077456" y="4167449"/>
            <a:ext cx="1543" cy="187788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4" name="Left Brace 1123">
            <a:extLst>
              <a:ext uri="{FF2B5EF4-FFF2-40B4-BE49-F238E27FC236}">
                <a16:creationId xmlns:a16="http://schemas.microsoft.com/office/drawing/2014/main" id="{2E5A5B90-847F-A81F-BA8C-9571DF2A2903}"/>
              </a:ext>
            </a:extLst>
          </p:cNvPr>
          <p:cNvSpPr/>
          <p:nvPr/>
        </p:nvSpPr>
        <p:spPr>
          <a:xfrm>
            <a:off x="1007154" y="2686646"/>
            <a:ext cx="152261" cy="2422825"/>
          </a:xfrm>
          <a:prstGeom prst="leftBrace">
            <a:avLst>
              <a:gd name="adj1" fmla="val 8333"/>
              <a:gd name="adj2" fmla="val 5041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6B93D9-DEEC-6700-6741-A4E46C9A30E9}"/>
              </a:ext>
            </a:extLst>
          </p:cNvPr>
          <p:cNvGrpSpPr/>
          <p:nvPr/>
        </p:nvGrpSpPr>
        <p:grpSpPr>
          <a:xfrm>
            <a:off x="1319781" y="4355237"/>
            <a:ext cx="3518436" cy="788904"/>
            <a:chOff x="1288682" y="4237829"/>
            <a:chExt cx="3518436" cy="788904"/>
          </a:xfrm>
        </p:grpSpPr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0C01BF7B-F5D1-1B6B-7E41-B5C4BD9D54F2}"/>
                </a:ext>
              </a:extLst>
            </p:cNvPr>
            <p:cNvSpPr/>
            <p:nvPr/>
          </p:nvSpPr>
          <p:spPr>
            <a:xfrm>
              <a:off x="1288682" y="4237829"/>
              <a:ext cx="3518436" cy="78890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cs typeface="Calibri" panose="020F0502020204030204" pitchFamily="34" charset="0"/>
                </a:rPr>
                <a:t>Code-gen to Tile Optimizers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DB25CBB-7BD5-F81F-1774-DA6D6FFDA820}"/>
                </a:ext>
              </a:extLst>
            </p:cNvPr>
            <p:cNvSpPr/>
            <p:nvPr/>
          </p:nvSpPr>
          <p:spPr>
            <a:xfrm>
              <a:off x="1591452" y="4588405"/>
              <a:ext cx="752168" cy="33153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cs typeface="Calibri" panose="020F0502020204030204" pitchFamily="34" charset="0"/>
                </a:rPr>
                <a:t>Triton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CD96032-66F5-FA84-490A-7D8E7526A441}"/>
                </a:ext>
              </a:extLst>
            </p:cNvPr>
            <p:cNvSpPr/>
            <p:nvPr/>
          </p:nvSpPr>
          <p:spPr>
            <a:xfrm>
              <a:off x="2596476" y="4588404"/>
              <a:ext cx="752168" cy="33153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cs typeface="Calibri" panose="020F0502020204030204" pitchFamily="34" charset="0"/>
                </a:rPr>
                <a:t>TAWA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1066D88-8515-33C6-4747-E6FD559ABA22}"/>
                </a:ext>
              </a:extLst>
            </p:cNvPr>
            <p:cNvSpPr/>
            <p:nvPr/>
          </p:nvSpPr>
          <p:spPr>
            <a:xfrm>
              <a:off x="3601500" y="4588403"/>
              <a:ext cx="890358" cy="33153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cs typeface="Calibri" panose="020F0502020204030204" pitchFamily="34" charset="0"/>
                </a:rPr>
                <a:t>TileLang</a:t>
              </a:r>
              <a:endParaRPr lang="en-US" dirty="0">
                <a:solidFill>
                  <a:schemeClr val="tx1"/>
                </a:solidFill>
                <a:cs typeface="Calibri" panose="020F0502020204030204" pitchFamily="34" charset="0"/>
              </a:endParaRPr>
            </a:p>
          </p:txBody>
        </p:sp>
        <p:pic>
          <p:nvPicPr>
            <p:cNvPr id="1109" name="Picture 1108">
              <a:extLst>
                <a:ext uri="{FF2B5EF4-FFF2-40B4-BE49-F238E27FC236}">
                  <a16:creationId xmlns:a16="http://schemas.microsoft.com/office/drawing/2014/main" id="{BF41902F-440E-DEA1-B329-F6572FBD8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54167" y="4813271"/>
              <a:ext cx="153558" cy="15355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8BC8BFD-9EED-4933-1E8F-A337F77BB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02399" y="4813271"/>
              <a:ext cx="153558" cy="15355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8B179E7-05A7-D687-E675-94E95C7EB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2060" y="4813271"/>
              <a:ext cx="153558" cy="153558"/>
            </a:xfrm>
            <a:prstGeom prst="rect">
              <a:avLst/>
            </a:prstGeom>
          </p:spPr>
        </p:pic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FCE1F1-6454-6244-7EC0-42BDA1DE0C5B}"/>
              </a:ext>
            </a:extLst>
          </p:cNvPr>
          <p:cNvCxnSpPr>
            <a:cxnSpLocks/>
            <a:stCxn id="104" idx="2"/>
            <a:endCxn id="13" idx="0"/>
          </p:cNvCxnSpPr>
          <p:nvPr/>
        </p:nvCxnSpPr>
        <p:spPr>
          <a:xfrm flipH="1">
            <a:off x="3077660" y="5144141"/>
            <a:ext cx="1339" cy="198134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EDC0C08-27D8-E80B-8FA6-0D434F4FD355}"/>
              </a:ext>
            </a:extLst>
          </p:cNvPr>
          <p:cNvSpPr/>
          <p:nvPr/>
        </p:nvSpPr>
        <p:spPr>
          <a:xfrm>
            <a:off x="1724098" y="3373494"/>
            <a:ext cx="2708299" cy="3642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 panose="020F0502020204030204" pitchFamily="34" charset="0"/>
              </a:rPr>
              <a:t>Expression Rewriter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A94F6F8-731E-BC95-8BBB-32E60B51FDCF}"/>
              </a:ext>
            </a:extLst>
          </p:cNvPr>
          <p:cNvCxnSpPr>
            <a:cxnSpLocks/>
            <a:stCxn id="60" idx="2"/>
            <a:endCxn id="1030" idx="0"/>
          </p:cNvCxnSpPr>
          <p:nvPr/>
        </p:nvCxnSpPr>
        <p:spPr>
          <a:xfrm flipH="1">
            <a:off x="3077456" y="3737732"/>
            <a:ext cx="792" cy="182351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9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C256-2422-5590-8B7D-1851C375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FDB9D523-A8B1-7E57-B9B8-76EC5F8F9B4B}"/>
              </a:ext>
            </a:extLst>
          </p:cNvPr>
          <p:cNvSpPr/>
          <p:nvPr/>
        </p:nvSpPr>
        <p:spPr>
          <a:xfrm>
            <a:off x="247209" y="2715856"/>
            <a:ext cx="4666238" cy="7576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A33924-5E8E-51AD-4D25-0423F76C9DF1}"/>
              </a:ext>
            </a:extLst>
          </p:cNvPr>
          <p:cNvSpPr/>
          <p:nvPr/>
        </p:nvSpPr>
        <p:spPr>
          <a:xfrm>
            <a:off x="188374" y="2020904"/>
            <a:ext cx="234324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C266698-EDA9-70F7-558C-0B670453760E}"/>
              </a:ext>
            </a:extLst>
          </p:cNvPr>
          <p:cNvCxnSpPr>
            <a:cxnSpLocks/>
            <a:stCxn id="38" idx="6"/>
            <a:endCxn id="282" idx="2"/>
          </p:cNvCxnSpPr>
          <p:nvPr/>
        </p:nvCxnSpPr>
        <p:spPr>
          <a:xfrm>
            <a:off x="422703" y="2128208"/>
            <a:ext cx="460535" cy="2245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402DA39-9BAC-085E-B89D-12D0383DAB20}"/>
              </a:ext>
            </a:extLst>
          </p:cNvPr>
          <p:cNvCxnSpPr>
            <a:cxnSpLocks/>
            <a:stCxn id="89" idx="6"/>
            <a:endCxn id="91" idx="2"/>
          </p:cNvCxnSpPr>
          <p:nvPr/>
        </p:nvCxnSpPr>
        <p:spPr>
          <a:xfrm flipV="1">
            <a:off x="2302976" y="2345648"/>
            <a:ext cx="677583" cy="2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90208F0F-1824-41EC-79F4-514D42187473}"/>
              </a:ext>
            </a:extLst>
          </p:cNvPr>
          <p:cNvCxnSpPr>
            <a:cxnSpLocks/>
            <a:stCxn id="282" idx="4"/>
            <a:endCxn id="91" idx="4"/>
          </p:cNvCxnSpPr>
          <p:nvPr/>
        </p:nvCxnSpPr>
        <p:spPr>
          <a:xfrm rot="5400000" flipH="1" flipV="1">
            <a:off x="2117830" y="1399103"/>
            <a:ext cx="11346" cy="2115895"/>
          </a:xfrm>
          <a:prstGeom prst="bentConnector3">
            <a:avLst>
              <a:gd name="adj1" fmla="val -16575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C0A6D77-A73A-56B1-2988-6BDA110346BA}"/>
              </a:ext>
            </a:extLst>
          </p:cNvPr>
          <p:cNvCxnSpPr>
            <a:cxnSpLocks/>
            <a:stCxn id="91" idx="6"/>
            <a:endCxn id="94" idx="2"/>
          </p:cNvCxnSpPr>
          <p:nvPr/>
        </p:nvCxnSpPr>
        <p:spPr>
          <a:xfrm>
            <a:off x="3382352" y="2345648"/>
            <a:ext cx="68772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395B6F51-74C0-DD16-81A9-E0AE6EF32CED}"/>
              </a:ext>
            </a:extLst>
          </p:cNvPr>
          <p:cNvSpPr/>
          <p:nvPr/>
        </p:nvSpPr>
        <p:spPr>
          <a:xfrm>
            <a:off x="1890413" y="2246420"/>
            <a:ext cx="412558" cy="20346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D96EA4E-4CE1-E1D5-83B4-566B614A8EB4}"/>
              </a:ext>
            </a:extLst>
          </p:cNvPr>
          <p:cNvSpPr/>
          <p:nvPr/>
        </p:nvSpPr>
        <p:spPr>
          <a:xfrm>
            <a:off x="1660685" y="2020904"/>
            <a:ext cx="872025" cy="5075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 err="1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73AB109-13E2-64F6-E42B-83D7960C7BC8}"/>
              </a:ext>
            </a:extLst>
          </p:cNvPr>
          <p:cNvSpPr/>
          <p:nvPr/>
        </p:nvSpPr>
        <p:spPr>
          <a:xfrm>
            <a:off x="2980559" y="2239927"/>
            <a:ext cx="401793" cy="2114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9CBEFBD-6ACD-7156-1BC8-2E00278B43B8}"/>
              </a:ext>
            </a:extLst>
          </p:cNvPr>
          <p:cNvSpPr/>
          <p:nvPr/>
        </p:nvSpPr>
        <p:spPr>
          <a:xfrm>
            <a:off x="2738340" y="2021643"/>
            <a:ext cx="881307" cy="51265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300" dirty="0">
              <a:solidFill>
                <a:schemeClr val="accent6">
                  <a:lumMod val="75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0F14CB5-6261-5D8E-95DA-73942BBBC288}"/>
              </a:ext>
            </a:extLst>
          </p:cNvPr>
          <p:cNvSpPr/>
          <p:nvPr/>
        </p:nvSpPr>
        <p:spPr>
          <a:xfrm>
            <a:off x="4070079" y="2244578"/>
            <a:ext cx="455107" cy="20214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5D78519-F83A-C566-69B2-C363D28B8A19}"/>
              </a:ext>
            </a:extLst>
          </p:cNvPr>
          <p:cNvSpPr/>
          <p:nvPr/>
        </p:nvSpPr>
        <p:spPr>
          <a:xfrm>
            <a:off x="3832005" y="2020909"/>
            <a:ext cx="939895" cy="51265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 err="1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F35B9CB8-E05C-BC9F-5495-28576523FA47}"/>
              </a:ext>
            </a:extLst>
          </p:cNvPr>
          <p:cNvSpPr txBox="1"/>
          <p:nvPr/>
        </p:nvSpPr>
        <p:spPr>
          <a:xfrm>
            <a:off x="422699" y="3850"/>
            <a:ext cx="4607911" cy="1993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M, K):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mm[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Q[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K[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mm[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(mm[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AF00D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>
                <a:solidFill>
                  <a:srgbClr val="795E2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xsum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300" kern="0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300" kern="0" dirty="0" err="1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300" kern="0" dirty="0" err="1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300" kern="0" dirty="0">
                <a:solidFill>
                  <a:srgbClr val="00108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300" kern="1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1185DEC-86C3-1231-EC9E-E98D415D0002}"/>
              </a:ext>
            </a:extLst>
          </p:cNvPr>
          <p:cNvSpPr/>
          <p:nvPr/>
        </p:nvSpPr>
        <p:spPr>
          <a:xfrm>
            <a:off x="188379" y="2394182"/>
            <a:ext cx="236005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557C0E-F2E7-67A6-DAEE-E24E22BEED2B}"/>
              </a:ext>
            </a:extLst>
          </p:cNvPr>
          <p:cNvSpPr/>
          <p:nvPr/>
        </p:nvSpPr>
        <p:spPr>
          <a:xfrm>
            <a:off x="642249" y="2023469"/>
            <a:ext cx="813737" cy="5058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3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 err="1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endParaRPr lang="en-US" sz="130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3338901-BAF0-E52E-1852-B3539C5A683D}"/>
              </a:ext>
            </a:extLst>
          </p:cNvPr>
          <p:cNvSpPr/>
          <p:nvPr/>
        </p:nvSpPr>
        <p:spPr>
          <a:xfrm>
            <a:off x="883238" y="2242805"/>
            <a:ext cx="364645" cy="219914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6E3FD0A6-14F8-0FB8-3BDD-607B7C0D720C}"/>
              </a:ext>
            </a:extLst>
          </p:cNvPr>
          <p:cNvCxnSpPr>
            <a:cxnSpLocks/>
            <a:stCxn id="279" idx="6"/>
            <a:endCxn id="282" idx="2"/>
          </p:cNvCxnSpPr>
          <p:nvPr/>
        </p:nvCxnSpPr>
        <p:spPr>
          <a:xfrm flipV="1">
            <a:off x="424379" y="2352762"/>
            <a:ext cx="458854" cy="1487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ECED20A5-C3F2-8AD2-51FD-F163E874F3A8}"/>
              </a:ext>
            </a:extLst>
          </p:cNvPr>
          <p:cNvCxnSpPr>
            <a:cxnSpLocks/>
            <a:stCxn id="282" idx="6"/>
            <a:endCxn id="89" idx="2"/>
          </p:cNvCxnSpPr>
          <p:nvPr/>
        </p:nvCxnSpPr>
        <p:spPr>
          <a:xfrm flipV="1">
            <a:off x="1247883" y="2348148"/>
            <a:ext cx="642535" cy="46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Rectangle 288">
            <a:extLst>
              <a:ext uri="{FF2B5EF4-FFF2-40B4-BE49-F238E27FC236}">
                <a16:creationId xmlns:a16="http://schemas.microsoft.com/office/drawing/2014/main" id="{3FCE26BE-FF8A-B3C4-8B45-CFE2CA374C5D}"/>
              </a:ext>
            </a:extLst>
          </p:cNvPr>
          <p:cNvSpPr/>
          <p:nvPr/>
        </p:nvSpPr>
        <p:spPr>
          <a:xfrm>
            <a:off x="687704" y="3824159"/>
            <a:ext cx="830108" cy="4422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1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  <a:r>
              <a:rPr lang="en-US" sz="11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EC0E78BD-AE03-F412-0ABF-449A29ADD033}"/>
              </a:ext>
            </a:extLst>
          </p:cNvPr>
          <p:cNvSpPr/>
          <p:nvPr/>
        </p:nvSpPr>
        <p:spPr>
          <a:xfrm>
            <a:off x="188374" y="3677635"/>
            <a:ext cx="234324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</a:p>
        </p:txBody>
      </p: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ED6321F4-25E6-2C12-6E54-40C590C60CC5}"/>
              </a:ext>
            </a:extLst>
          </p:cNvPr>
          <p:cNvCxnSpPr>
            <a:cxnSpLocks/>
            <a:stCxn id="326" idx="6"/>
            <a:endCxn id="346" idx="2"/>
          </p:cNvCxnSpPr>
          <p:nvPr/>
        </p:nvCxnSpPr>
        <p:spPr>
          <a:xfrm>
            <a:off x="422699" y="3784939"/>
            <a:ext cx="496577" cy="3368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ABA60B61-5AC9-43FE-6BD1-B2028C96376B}"/>
              </a:ext>
            </a:extLst>
          </p:cNvPr>
          <p:cNvCxnSpPr>
            <a:cxnSpLocks/>
            <a:stCxn id="338" idx="6"/>
            <a:endCxn id="340" idx="2"/>
          </p:cNvCxnSpPr>
          <p:nvPr/>
        </p:nvCxnSpPr>
        <p:spPr>
          <a:xfrm flipV="1">
            <a:off x="2302976" y="4117405"/>
            <a:ext cx="677583" cy="2500"/>
          </a:xfrm>
          <a:prstGeom prst="straightConnector1">
            <a:avLst/>
          </a:prstGeom>
          <a:ln w="12700">
            <a:solidFill>
              <a:schemeClr val="accent1">
                <a:shade val="1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Elbow Connector 331">
            <a:extLst>
              <a:ext uri="{FF2B5EF4-FFF2-40B4-BE49-F238E27FC236}">
                <a16:creationId xmlns:a16="http://schemas.microsoft.com/office/drawing/2014/main" id="{B0B682C8-0B9E-DBD9-0F81-FF2EC0AAFEDD}"/>
              </a:ext>
            </a:extLst>
          </p:cNvPr>
          <p:cNvCxnSpPr>
            <a:cxnSpLocks/>
            <a:stCxn id="346" idx="4"/>
            <a:endCxn id="340" idx="4"/>
          </p:cNvCxnSpPr>
          <p:nvPr/>
        </p:nvCxnSpPr>
        <p:spPr>
          <a:xfrm rot="5400000" flipH="1" flipV="1">
            <a:off x="2137226" y="3187506"/>
            <a:ext cx="8600" cy="2079857"/>
          </a:xfrm>
          <a:prstGeom prst="bentConnector3">
            <a:avLst>
              <a:gd name="adj1" fmla="val -2658140"/>
            </a:avLst>
          </a:prstGeom>
          <a:ln w="12700">
            <a:solidFill>
              <a:schemeClr val="accent1">
                <a:shade val="1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DED2BC04-76FF-6B43-4EDB-D55B295623D1}"/>
              </a:ext>
            </a:extLst>
          </p:cNvPr>
          <p:cNvCxnSpPr>
            <a:cxnSpLocks/>
            <a:stCxn id="340" idx="6"/>
            <a:endCxn id="342" idx="2"/>
          </p:cNvCxnSpPr>
          <p:nvPr/>
        </p:nvCxnSpPr>
        <p:spPr>
          <a:xfrm>
            <a:off x="3382352" y="4117405"/>
            <a:ext cx="687727" cy="0"/>
          </a:xfrm>
          <a:prstGeom prst="straightConnector1">
            <a:avLst/>
          </a:prstGeom>
          <a:ln w="12700">
            <a:solidFill>
              <a:schemeClr val="accent1">
                <a:shade val="1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667875E-CDD1-1971-447E-4FD87FDC57D2}"/>
              </a:ext>
            </a:extLst>
          </p:cNvPr>
          <p:cNvSpPr/>
          <p:nvPr/>
        </p:nvSpPr>
        <p:spPr>
          <a:xfrm>
            <a:off x="1890413" y="4018177"/>
            <a:ext cx="412558" cy="20346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lt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4B353DD-D66A-1AE0-2CF6-D9912765699C}"/>
              </a:ext>
            </a:extLst>
          </p:cNvPr>
          <p:cNvSpPr/>
          <p:nvPr/>
        </p:nvSpPr>
        <p:spPr>
          <a:xfrm>
            <a:off x="1660685" y="3792661"/>
            <a:ext cx="872025" cy="507516"/>
          </a:xfrm>
          <a:prstGeom prst="rect">
            <a:avLst/>
          </a:prstGeom>
          <a:noFill/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2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2">
                  <a:alpha val="50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A0406351-36C3-7EEC-AD3E-9D162BCCF125}"/>
              </a:ext>
            </a:extLst>
          </p:cNvPr>
          <p:cNvSpPr/>
          <p:nvPr/>
        </p:nvSpPr>
        <p:spPr>
          <a:xfrm>
            <a:off x="2980559" y="4011684"/>
            <a:ext cx="401793" cy="211451"/>
          </a:xfrm>
          <a:prstGeom prst="ellipse">
            <a:avLst/>
          </a:prstGeom>
          <a:solidFill>
            <a:schemeClr val="accent6">
              <a:lumMod val="75000"/>
              <a:alpha val="50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lt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420CA82-A04A-E4C7-F17E-ABBF02FFC587}"/>
              </a:ext>
            </a:extLst>
          </p:cNvPr>
          <p:cNvSpPr/>
          <p:nvPr/>
        </p:nvSpPr>
        <p:spPr>
          <a:xfrm>
            <a:off x="2738340" y="3793400"/>
            <a:ext cx="881307" cy="512651"/>
          </a:xfrm>
          <a:prstGeom prst="rect">
            <a:avLst/>
          </a:prstGeom>
          <a:noFill/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6">
                  <a:lumMod val="75000"/>
                  <a:alpha val="50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ACFCCE10-A910-E0D5-0CDC-DFB417C7FF26}"/>
              </a:ext>
            </a:extLst>
          </p:cNvPr>
          <p:cNvSpPr/>
          <p:nvPr/>
        </p:nvSpPr>
        <p:spPr>
          <a:xfrm>
            <a:off x="4070079" y="4016335"/>
            <a:ext cx="455107" cy="2021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lt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3BD137C-71D4-4F0A-0A32-765290568087}"/>
              </a:ext>
            </a:extLst>
          </p:cNvPr>
          <p:cNvSpPr/>
          <p:nvPr/>
        </p:nvSpPr>
        <p:spPr>
          <a:xfrm>
            <a:off x="3832005" y="3792666"/>
            <a:ext cx="939895" cy="512651"/>
          </a:xfrm>
          <a:prstGeom prst="rect">
            <a:avLst/>
          </a:prstGeom>
          <a:noFill/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2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2">
                  <a:alpha val="50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73839A56-B565-1268-903B-5700D9508128}"/>
              </a:ext>
            </a:extLst>
          </p:cNvPr>
          <p:cNvSpPr/>
          <p:nvPr/>
        </p:nvSpPr>
        <p:spPr>
          <a:xfrm>
            <a:off x="188379" y="4050913"/>
            <a:ext cx="236005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11CDD91B-4802-B8E1-0112-2DB9A624E336}"/>
              </a:ext>
            </a:extLst>
          </p:cNvPr>
          <p:cNvSpPr/>
          <p:nvPr/>
        </p:nvSpPr>
        <p:spPr>
          <a:xfrm>
            <a:off x="642244" y="3611529"/>
            <a:ext cx="943702" cy="73311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</a:t>
            </a:r>
            <a:r>
              <a:rPr lang="en-US" sz="12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</a:t>
            </a:r>
            <a:endParaRPr lang="en-US" sz="120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D7919B54-4DC9-F8C4-6933-CBCE8836E1C5}"/>
              </a:ext>
            </a:extLst>
          </p:cNvPr>
          <p:cNvSpPr/>
          <p:nvPr/>
        </p:nvSpPr>
        <p:spPr>
          <a:xfrm>
            <a:off x="919276" y="4011820"/>
            <a:ext cx="364645" cy="219914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C5D66FFB-867A-4C30-36E3-F00BA5E801A6}"/>
              </a:ext>
            </a:extLst>
          </p:cNvPr>
          <p:cNvCxnSpPr>
            <a:cxnSpLocks/>
            <a:stCxn id="344" idx="6"/>
            <a:endCxn id="346" idx="2"/>
          </p:cNvCxnSpPr>
          <p:nvPr/>
        </p:nvCxnSpPr>
        <p:spPr>
          <a:xfrm flipV="1">
            <a:off x="424383" y="4121777"/>
            <a:ext cx="494892" cy="364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BAF17360-7940-5408-0C6F-BF67332342AA}"/>
              </a:ext>
            </a:extLst>
          </p:cNvPr>
          <p:cNvCxnSpPr>
            <a:cxnSpLocks/>
            <a:stCxn id="346" idx="6"/>
            <a:endCxn id="338" idx="2"/>
          </p:cNvCxnSpPr>
          <p:nvPr/>
        </p:nvCxnSpPr>
        <p:spPr>
          <a:xfrm flipV="1">
            <a:off x="1283921" y="4119909"/>
            <a:ext cx="606493" cy="18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Rectangle 380">
            <a:extLst>
              <a:ext uri="{FF2B5EF4-FFF2-40B4-BE49-F238E27FC236}">
                <a16:creationId xmlns:a16="http://schemas.microsoft.com/office/drawing/2014/main" id="{A88CC374-9EC5-56D2-CB84-5AF265361F3C}"/>
              </a:ext>
            </a:extLst>
          </p:cNvPr>
          <p:cNvSpPr/>
          <p:nvPr/>
        </p:nvSpPr>
        <p:spPr>
          <a:xfrm>
            <a:off x="687704" y="5372760"/>
            <a:ext cx="830108" cy="4422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0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  <a:r>
              <a:rPr lang="en-US" sz="10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0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158D3396-0444-8F62-85F8-969D3456CBE3}"/>
              </a:ext>
            </a:extLst>
          </p:cNvPr>
          <p:cNvSpPr/>
          <p:nvPr/>
        </p:nvSpPr>
        <p:spPr>
          <a:xfrm>
            <a:off x="188374" y="5315708"/>
            <a:ext cx="234324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</a:p>
        </p:txBody>
      </p: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79B3494C-A838-A8F2-F2C4-2817B456D7ED}"/>
              </a:ext>
            </a:extLst>
          </p:cNvPr>
          <p:cNvCxnSpPr>
            <a:cxnSpLocks/>
            <a:stCxn id="382" idx="6"/>
            <a:endCxn id="395" idx="2"/>
          </p:cNvCxnSpPr>
          <p:nvPr/>
        </p:nvCxnSpPr>
        <p:spPr>
          <a:xfrm>
            <a:off x="422701" y="5423012"/>
            <a:ext cx="496575" cy="2337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E81B016E-9DF4-83F8-0EA9-B7E75C88C0A6}"/>
              </a:ext>
            </a:extLst>
          </p:cNvPr>
          <p:cNvCxnSpPr>
            <a:cxnSpLocks/>
            <a:stCxn id="387" idx="6"/>
            <a:endCxn id="389" idx="2"/>
          </p:cNvCxnSpPr>
          <p:nvPr/>
        </p:nvCxnSpPr>
        <p:spPr>
          <a:xfrm>
            <a:off x="2302974" y="5655370"/>
            <a:ext cx="677585" cy="30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D50479DF-F7A2-52DF-FFB1-E429A6EDE028}"/>
              </a:ext>
            </a:extLst>
          </p:cNvPr>
          <p:cNvCxnSpPr>
            <a:cxnSpLocks/>
            <a:stCxn id="395" idx="4"/>
            <a:endCxn id="389" idx="4"/>
          </p:cNvCxnSpPr>
          <p:nvPr/>
        </p:nvCxnSpPr>
        <p:spPr>
          <a:xfrm rot="5400000" flipH="1" flipV="1">
            <a:off x="2140269" y="4725502"/>
            <a:ext cx="2510" cy="2079857"/>
          </a:xfrm>
          <a:prstGeom prst="bentConnector3">
            <a:avLst>
              <a:gd name="adj1" fmla="val -9107570"/>
            </a:avLst>
          </a:prstGeom>
          <a:ln w="12700">
            <a:solidFill>
              <a:schemeClr val="accent1">
                <a:shade val="1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D67F654-CF0C-ECF2-FA95-55A9C68C3767}"/>
              </a:ext>
            </a:extLst>
          </p:cNvPr>
          <p:cNvCxnSpPr>
            <a:cxnSpLocks/>
            <a:stCxn id="389" idx="6"/>
            <a:endCxn id="391" idx="2"/>
          </p:cNvCxnSpPr>
          <p:nvPr/>
        </p:nvCxnSpPr>
        <p:spPr>
          <a:xfrm>
            <a:off x="3382352" y="5658446"/>
            <a:ext cx="687727" cy="0"/>
          </a:xfrm>
          <a:prstGeom prst="straightConnector1">
            <a:avLst/>
          </a:prstGeom>
          <a:ln w="12700">
            <a:solidFill>
              <a:schemeClr val="accent1">
                <a:shade val="1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>
            <a:extLst>
              <a:ext uri="{FF2B5EF4-FFF2-40B4-BE49-F238E27FC236}">
                <a16:creationId xmlns:a16="http://schemas.microsoft.com/office/drawing/2014/main" id="{6B790E6F-3422-1C88-E0B6-4858EC3D34D9}"/>
              </a:ext>
            </a:extLst>
          </p:cNvPr>
          <p:cNvSpPr/>
          <p:nvPr/>
        </p:nvSpPr>
        <p:spPr>
          <a:xfrm>
            <a:off x="1890413" y="5553637"/>
            <a:ext cx="412558" cy="20346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C255DB82-31C5-7E1D-D67E-55DDFF4B0F57}"/>
              </a:ext>
            </a:extLst>
          </p:cNvPr>
          <p:cNvSpPr/>
          <p:nvPr/>
        </p:nvSpPr>
        <p:spPr>
          <a:xfrm>
            <a:off x="1660685" y="5372760"/>
            <a:ext cx="872025" cy="4422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1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100" b="1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E18787C5-C18B-3E1C-85F7-67F7408037F5}"/>
              </a:ext>
            </a:extLst>
          </p:cNvPr>
          <p:cNvSpPr/>
          <p:nvPr/>
        </p:nvSpPr>
        <p:spPr>
          <a:xfrm>
            <a:off x="2980559" y="5552725"/>
            <a:ext cx="401793" cy="211451"/>
          </a:xfrm>
          <a:prstGeom prst="ellipse">
            <a:avLst/>
          </a:prstGeom>
          <a:solidFill>
            <a:schemeClr val="accent6">
              <a:lumMod val="75000"/>
              <a:alpha val="50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7CDB8F27-99B9-A9DA-E35C-7693002D6562}"/>
              </a:ext>
            </a:extLst>
          </p:cNvPr>
          <p:cNvSpPr/>
          <p:nvPr/>
        </p:nvSpPr>
        <p:spPr>
          <a:xfrm>
            <a:off x="2738340" y="5334441"/>
            <a:ext cx="881307" cy="512651"/>
          </a:xfrm>
          <a:prstGeom prst="rect">
            <a:avLst/>
          </a:prstGeom>
          <a:noFill/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6">
                  <a:lumMod val="75000"/>
                  <a:alpha val="50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C0E28961-D518-10B3-4D5D-21CC4C41F711}"/>
              </a:ext>
            </a:extLst>
          </p:cNvPr>
          <p:cNvSpPr/>
          <p:nvPr/>
        </p:nvSpPr>
        <p:spPr>
          <a:xfrm>
            <a:off x="4070079" y="5557376"/>
            <a:ext cx="455107" cy="2021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5C66B0CE-4973-73FF-3BB1-4B210F024832}"/>
              </a:ext>
            </a:extLst>
          </p:cNvPr>
          <p:cNvSpPr/>
          <p:nvPr/>
        </p:nvSpPr>
        <p:spPr>
          <a:xfrm>
            <a:off x="3832005" y="5333707"/>
            <a:ext cx="939895" cy="512651"/>
          </a:xfrm>
          <a:prstGeom prst="rect">
            <a:avLst/>
          </a:prstGeom>
          <a:noFill/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2">
                    <a:alpha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2">
                  <a:alpha val="50000"/>
                </a:schemeClr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3CC66C1B-D26D-557D-0A0A-38C945AE9ECA}"/>
              </a:ext>
            </a:extLst>
          </p:cNvPr>
          <p:cNvSpPr/>
          <p:nvPr/>
        </p:nvSpPr>
        <p:spPr>
          <a:xfrm>
            <a:off x="188379" y="5688986"/>
            <a:ext cx="236005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7CE5447-779F-069A-11AD-DD5C54869779}"/>
              </a:ext>
            </a:extLst>
          </p:cNvPr>
          <p:cNvSpPr/>
          <p:nvPr/>
        </p:nvSpPr>
        <p:spPr>
          <a:xfrm>
            <a:off x="642244" y="5161028"/>
            <a:ext cx="1984226" cy="75619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</a:t>
            </a:r>
            <a:r>
              <a:rPr lang="en-US" sz="12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b="1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</a:t>
            </a: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A993F1F7-7052-003C-3414-CC32069318CD}"/>
              </a:ext>
            </a:extLst>
          </p:cNvPr>
          <p:cNvSpPr/>
          <p:nvPr/>
        </p:nvSpPr>
        <p:spPr>
          <a:xfrm>
            <a:off x="919276" y="5546769"/>
            <a:ext cx="364645" cy="219914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F18C5F0B-B372-2EE8-C24A-CBC959145040}"/>
              </a:ext>
            </a:extLst>
          </p:cNvPr>
          <p:cNvCxnSpPr>
            <a:cxnSpLocks/>
            <a:stCxn id="393" idx="6"/>
            <a:endCxn id="395" idx="2"/>
          </p:cNvCxnSpPr>
          <p:nvPr/>
        </p:nvCxnSpPr>
        <p:spPr>
          <a:xfrm flipV="1">
            <a:off x="424381" y="5656726"/>
            <a:ext cx="494892" cy="1395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5A5767C6-5AAA-5EEA-2CF8-F18F06D268BF}"/>
              </a:ext>
            </a:extLst>
          </p:cNvPr>
          <p:cNvCxnSpPr>
            <a:cxnSpLocks/>
            <a:stCxn id="395" idx="6"/>
            <a:endCxn id="387" idx="2"/>
          </p:cNvCxnSpPr>
          <p:nvPr/>
        </p:nvCxnSpPr>
        <p:spPr>
          <a:xfrm flipV="1">
            <a:off x="1283921" y="5655370"/>
            <a:ext cx="606497" cy="13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1060A58-AD54-7FB2-ADC1-53BDB17B8D8B}"/>
              </a:ext>
            </a:extLst>
          </p:cNvPr>
          <p:cNvSpPr/>
          <p:nvPr/>
        </p:nvSpPr>
        <p:spPr>
          <a:xfrm>
            <a:off x="687704" y="6992514"/>
            <a:ext cx="830108" cy="4422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0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  <a:r>
              <a:rPr lang="en-US" sz="10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0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09CB5F0F-368E-7B68-9722-50EF1359010B}"/>
              </a:ext>
            </a:extLst>
          </p:cNvPr>
          <p:cNvSpPr/>
          <p:nvPr/>
        </p:nvSpPr>
        <p:spPr>
          <a:xfrm>
            <a:off x="188374" y="6934476"/>
            <a:ext cx="234324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</a:p>
        </p:txBody>
      </p: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AA063442-0A7F-42EF-AE95-F36330827CF6}"/>
              </a:ext>
            </a:extLst>
          </p:cNvPr>
          <p:cNvCxnSpPr>
            <a:cxnSpLocks/>
            <a:stCxn id="399" idx="6"/>
            <a:endCxn id="412" idx="2"/>
          </p:cNvCxnSpPr>
          <p:nvPr/>
        </p:nvCxnSpPr>
        <p:spPr>
          <a:xfrm>
            <a:off x="422701" y="7041780"/>
            <a:ext cx="496575" cy="2347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0003283A-744C-FD5C-8AFC-61D791F88426}"/>
              </a:ext>
            </a:extLst>
          </p:cNvPr>
          <p:cNvCxnSpPr>
            <a:cxnSpLocks/>
            <a:stCxn id="404" idx="6"/>
            <a:endCxn id="406" idx="2"/>
          </p:cNvCxnSpPr>
          <p:nvPr/>
        </p:nvCxnSpPr>
        <p:spPr>
          <a:xfrm flipV="1">
            <a:off x="2302976" y="7272619"/>
            <a:ext cx="677583" cy="2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Elbow Connector 401">
            <a:extLst>
              <a:ext uri="{FF2B5EF4-FFF2-40B4-BE49-F238E27FC236}">
                <a16:creationId xmlns:a16="http://schemas.microsoft.com/office/drawing/2014/main" id="{DB6701CC-BFD0-4F2F-78A5-1E6212C6B152}"/>
              </a:ext>
            </a:extLst>
          </p:cNvPr>
          <p:cNvCxnSpPr>
            <a:cxnSpLocks/>
            <a:stCxn id="412" idx="4"/>
            <a:endCxn id="406" idx="4"/>
          </p:cNvCxnSpPr>
          <p:nvPr/>
        </p:nvCxnSpPr>
        <p:spPr>
          <a:xfrm rot="5400000" flipH="1" flipV="1">
            <a:off x="2137480" y="6342467"/>
            <a:ext cx="8093" cy="2079857"/>
          </a:xfrm>
          <a:prstGeom prst="bentConnector3">
            <a:avLst>
              <a:gd name="adj1" fmla="val -2824663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70CDA218-1205-79F3-5000-A323122F9AF3}"/>
              </a:ext>
            </a:extLst>
          </p:cNvPr>
          <p:cNvCxnSpPr>
            <a:cxnSpLocks/>
            <a:stCxn id="406" idx="6"/>
            <a:endCxn id="408" idx="2"/>
          </p:cNvCxnSpPr>
          <p:nvPr/>
        </p:nvCxnSpPr>
        <p:spPr>
          <a:xfrm>
            <a:off x="3382352" y="7272624"/>
            <a:ext cx="656347" cy="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>
            <a:extLst>
              <a:ext uri="{FF2B5EF4-FFF2-40B4-BE49-F238E27FC236}">
                <a16:creationId xmlns:a16="http://schemas.microsoft.com/office/drawing/2014/main" id="{C1B671C1-7E95-3EBA-ED10-7D44D823B664}"/>
              </a:ext>
            </a:extLst>
          </p:cNvPr>
          <p:cNvSpPr/>
          <p:nvPr/>
        </p:nvSpPr>
        <p:spPr>
          <a:xfrm>
            <a:off x="1890413" y="7173391"/>
            <a:ext cx="412558" cy="20346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9D9DBD1-18E2-5979-81FB-84AEBFB4B989}"/>
              </a:ext>
            </a:extLst>
          </p:cNvPr>
          <p:cNvSpPr/>
          <p:nvPr/>
        </p:nvSpPr>
        <p:spPr>
          <a:xfrm>
            <a:off x="1660685" y="6992514"/>
            <a:ext cx="872025" cy="4422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1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2246E15E-723E-A4AE-3233-356CAB8FDB29}"/>
              </a:ext>
            </a:extLst>
          </p:cNvPr>
          <p:cNvSpPr/>
          <p:nvPr/>
        </p:nvSpPr>
        <p:spPr>
          <a:xfrm>
            <a:off x="2980559" y="7166898"/>
            <a:ext cx="401793" cy="2114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4D5F1C98-E407-8D6D-7DBF-B72F591742EA}"/>
              </a:ext>
            </a:extLst>
          </p:cNvPr>
          <p:cNvSpPr/>
          <p:nvPr/>
        </p:nvSpPr>
        <p:spPr>
          <a:xfrm>
            <a:off x="2738340" y="6988751"/>
            <a:ext cx="881307" cy="4500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</a:t>
            </a:r>
            <a:r>
              <a:rPr lang="en-US" sz="12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C771F511-3C98-7C61-0C2B-7F851EACAB0A}"/>
              </a:ext>
            </a:extLst>
          </p:cNvPr>
          <p:cNvSpPr/>
          <p:nvPr/>
        </p:nvSpPr>
        <p:spPr>
          <a:xfrm>
            <a:off x="4038699" y="7173388"/>
            <a:ext cx="578465" cy="214888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sum’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61287577-224B-9A03-73BC-D9C54FD1D97B}"/>
              </a:ext>
            </a:extLst>
          </p:cNvPr>
          <p:cNvSpPr/>
          <p:nvPr/>
        </p:nvSpPr>
        <p:spPr>
          <a:xfrm>
            <a:off x="3832005" y="6988017"/>
            <a:ext cx="939895" cy="4500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20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 err="1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endParaRPr lang="en-US" sz="12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3D09CB79-BACD-6736-A494-90776078EA5A}"/>
              </a:ext>
            </a:extLst>
          </p:cNvPr>
          <p:cNvSpPr/>
          <p:nvPr/>
        </p:nvSpPr>
        <p:spPr>
          <a:xfrm>
            <a:off x="188379" y="7307754"/>
            <a:ext cx="236005" cy="2146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6183E2F-967F-B345-4E6A-5F646DA4403D}"/>
              </a:ext>
            </a:extLst>
          </p:cNvPr>
          <p:cNvSpPr/>
          <p:nvPr/>
        </p:nvSpPr>
        <p:spPr>
          <a:xfrm>
            <a:off x="642247" y="6768178"/>
            <a:ext cx="4209415" cy="76614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ctr"/>
            <a:r>
              <a:rPr lang="en-US" sz="1200">
                <a:solidFill>
                  <a:schemeClr val="accent6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</a:t>
            </a:r>
            <a:r>
              <a:rPr lang="en-US" sz="120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2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</a:t>
            </a:r>
            <a:endParaRPr lang="en-US" sz="120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3FE0BCBD-3969-6974-2B7A-D637F9F9591C}"/>
              </a:ext>
            </a:extLst>
          </p:cNvPr>
          <p:cNvSpPr/>
          <p:nvPr/>
        </p:nvSpPr>
        <p:spPr>
          <a:xfrm>
            <a:off x="919276" y="7166523"/>
            <a:ext cx="364645" cy="219914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E14C0360-30B4-27D0-5BAC-2AD7479096D5}"/>
              </a:ext>
            </a:extLst>
          </p:cNvPr>
          <p:cNvCxnSpPr>
            <a:cxnSpLocks/>
            <a:stCxn id="410" idx="6"/>
            <a:endCxn id="412" idx="2"/>
          </p:cNvCxnSpPr>
          <p:nvPr/>
        </p:nvCxnSpPr>
        <p:spPr>
          <a:xfrm flipV="1">
            <a:off x="424381" y="7276480"/>
            <a:ext cx="494892" cy="1385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142D6F9A-5F36-A595-E77D-5C1C4438251B}"/>
              </a:ext>
            </a:extLst>
          </p:cNvPr>
          <p:cNvCxnSpPr>
            <a:cxnSpLocks/>
            <a:stCxn id="412" idx="6"/>
            <a:endCxn id="404" idx="2"/>
          </p:cNvCxnSpPr>
          <p:nvPr/>
        </p:nvCxnSpPr>
        <p:spPr>
          <a:xfrm flipV="1">
            <a:off x="1283921" y="7275124"/>
            <a:ext cx="606497" cy="13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CFCB18DB-B9CB-85F1-887F-9A565637AAAF}"/>
              </a:ext>
            </a:extLst>
          </p:cNvPr>
          <p:cNvSpPr txBox="1"/>
          <p:nvPr/>
        </p:nvSpPr>
        <p:spPr>
          <a:xfrm>
            <a:off x="193680" y="2967434"/>
            <a:ext cx="4700941" cy="517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kern="1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i0,j0,i1,j1 = tile([</a:t>
            </a:r>
            <a:r>
              <a:rPr lang="en-US" sz="1200" kern="1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i,j</a:t>
            </a:r>
            <a:r>
              <a:rPr lang="en-US" sz="1200" kern="1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[[N/N0,N0], [M/M0,M0]])</a:t>
            </a:r>
          </a:p>
          <a:p>
            <a:pPr>
              <a:lnSpc>
                <a:spcPct val="120000"/>
              </a:lnSpc>
              <a:buNone/>
            </a:pPr>
            <a:r>
              <a:rPr lang="en-US" sz="1200" kern="1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 = bind(i0,"blockIdx.x")</a:t>
            </a:r>
          </a:p>
        </p:txBody>
      </p:sp>
      <p:sp>
        <p:nvSpPr>
          <p:cNvPr id="416" name="Down Arrow 415">
            <a:extLst>
              <a:ext uri="{FF2B5EF4-FFF2-40B4-BE49-F238E27FC236}">
                <a16:creationId xmlns:a16="http://schemas.microsoft.com/office/drawing/2014/main" id="{CCB4F515-E84E-9C51-392E-3AC79FD43CFF}"/>
              </a:ext>
            </a:extLst>
          </p:cNvPr>
          <p:cNvSpPr/>
          <p:nvPr/>
        </p:nvSpPr>
        <p:spPr>
          <a:xfrm>
            <a:off x="1" y="2829404"/>
            <a:ext cx="212507" cy="38569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9F0D8CDC-F7C8-3B10-6836-9F54673F2915}"/>
              </a:ext>
            </a:extLst>
          </p:cNvPr>
          <p:cNvSpPr txBox="1"/>
          <p:nvPr/>
        </p:nvSpPr>
        <p:spPr>
          <a:xfrm>
            <a:off x="231334" y="2719208"/>
            <a:ext cx="4419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 Tile loops around </a:t>
            </a:r>
            <a:r>
              <a:rPr lang="en-US" sz="15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  <a:r>
              <a:rPr lang="en-US" sz="1400" dirty="0"/>
              <a:t>;</a:t>
            </a:r>
            <a:r>
              <a:rPr lang="en-US" sz="1600" dirty="0"/>
              <a:t> bind loop to block index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C515E9A-03CD-629C-F053-B2F8FBFF8FC2}"/>
              </a:ext>
            </a:extLst>
          </p:cNvPr>
          <p:cNvSpPr/>
          <p:nvPr/>
        </p:nvSpPr>
        <p:spPr>
          <a:xfrm>
            <a:off x="247209" y="4465573"/>
            <a:ext cx="4666238" cy="599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0" dirty="0"/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C1AF313E-E3FB-1785-AFB5-AFB5A9D5C8EE}"/>
              </a:ext>
            </a:extLst>
          </p:cNvPr>
          <p:cNvSpPr txBox="1"/>
          <p:nvPr/>
        </p:nvSpPr>
        <p:spPr>
          <a:xfrm>
            <a:off x="247212" y="4717151"/>
            <a:ext cx="464740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kern="1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compute_at</a:t>
            </a:r>
            <a:r>
              <a:rPr lang="en-US" sz="1200" kern="1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(max, j0)</a:t>
            </a:r>
          </a:p>
        </p:txBody>
      </p:sp>
      <p:sp>
        <p:nvSpPr>
          <p:cNvPr id="420" name="Down Arrow 419">
            <a:extLst>
              <a:ext uri="{FF2B5EF4-FFF2-40B4-BE49-F238E27FC236}">
                <a16:creationId xmlns:a16="http://schemas.microsoft.com/office/drawing/2014/main" id="{8B25442B-CAB9-AEB9-66C4-E8C1C4C0C656}"/>
              </a:ext>
            </a:extLst>
          </p:cNvPr>
          <p:cNvSpPr/>
          <p:nvPr/>
        </p:nvSpPr>
        <p:spPr>
          <a:xfrm>
            <a:off x="1" y="4579121"/>
            <a:ext cx="212507" cy="38569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6246BDE3-AE15-2D3D-36BB-AB3B580052CC}"/>
              </a:ext>
            </a:extLst>
          </p:cNvPr>
          <p:cNvSpPr txBox="1"/>
          <p:nvPr/>
        </p:nvSpPr>
        <p:spPr>
          <a:xfrm>
            <a:off x="231336" y="4468925"/>
            <a:ext cx="3096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 Fuse </a:t>
            </a:r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sz="1600" dirty="0"/>
              <a:t> into </a:t>
            </a:r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  <a:r>
              <a:rPr lang="en-US" sz="1600" dirty="0"/>
              <a:t> under loop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</a:t>
            </a:r>
            <a:endParaRPr lang="en-US" sz="1500" dirty="0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8B3E069C-AA3E-F310-6DA2-68E31FD3A96D}"/>
              </a:ext>
            </a:extLst>
          </p:cNvPr>
          <p:cNvSpPr/>
          <p:nvPr/>
        </p:nvSpPr>
        <p:spPr>
          <a:xfrm>
            <a:off x="247209" y="6073898"/>
            <a:ext cx="4666238" cy="599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0" dirty="0"/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E00C1327-A335-AF1D-9B1B-0740D2C1D6B6}"/>
              </a:ext>
            </a:extLst>
          </p:cNvPr>
          <p:cNvSpPr txBox="1"/>
          <p:nvPr/>
        </p:nvSpPr>
        <p:spPr>
          <a:xfrm>
            <a:off x="247212" y="6325476"/>
            <a:ext cx="464740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kern="1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rolling_update</a:t>
            </a:r>
            <a:r>
              <a:rPr lang="en-US" sz="1200" kern="1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(sum, j0)</a:t>
            </a:r>
          </a:p>
        </p:txBody>
      </p:sp>
      <p:sp>
        <p:nvSpPr>
          <p:cNvPr id="424" name="Down Arrow 423">
            <a:extLst>
              <a:ext uri="{FF2B5EF4-FFF2-40B4-BE49-F238E27FC236}">
                <a16:creationId xmlns:a16="http://schemas.microsoft.com/office/drawing/2014/main" id="{9FB3399D-4879-4297-3FE6-1C44E2A9D5CE}"/>
              </a:ext>
            </a:extLst>
          </p:cNvPr>
          <p:cNvSpPr/>
          <p:nvPr/>
        </p:nvSpPr>
        <p:spPr>
          <a:xfrm>
            <a:off x="1" y="6187446"/>
            <a:ext cx="212507" cy="38569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EE81A6EF-8EFD-297B-A358-A9FB9BC2CA25}"/>
              </a:ext>
            </a:extLst>
          </p:cNvPr>
          <p:cNvSpPr txBox="1"/>
          <p:nvPr/>
        </p:nvSpPr>
        <p:spPr>
          <a:xfrm>
            <a:off x="231336" y="6077250"/>
            <a:ext cx="4140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 Roll-update fuse </a:t>
            </a:r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  <a:r>
              <a:rPr lang="en-US" sz="1600" dirty="0"/>
              <a:t> into reduction loop </a:t>
            </a:r>
            <a:r>
              <a:rPr lang="en-US" sz="14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</a:t>
            </a:r>
            <a:endParaRPr lang="en-US" sz="15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00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U-Turn Arrow 123">
            <a:extLst>
              <a:ext uri="{FF2B5EF4-FFF2-40B4-BE49-F238E27FC236}">
                <a16:creationId xmlns:a16="http://schemas.microsoft.com/office/drawing/2014/main" id="{74D0D173-1522-5A1A-F2E5-179540894E30}"/>
              </a:ext>
            </a:extLst>
          </p:cNvPr>
          <p:cNvSpPr/>
          <p:nvPr/>
        </p:nvSpPr>
        <p:spPr>
          <a:xfrm rot="10800000">
            <a:off x="2408542" y="3727787"/>
            <a:ext cx="618254" cy="253708"/>
          </a:xfrm>
          <a:prstGeom prst="uturnArrow">
            <a:avLst>
              <a:gd name="adj1" fmla="val 6609"/>
              <a:gd name="adj2" fmla="val 15805"/>
              <a:gd name="adj3" fmla="val 35660"/>
              <a:gd name="adj4" fmla="val 54095"/>
              <a:gd name="adj5" fmla="val 88194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F8AEE32-F903-CFCF-509E-EC6F7F04205A}"/>
              </a:ext>
            </a:extLst>
          </p:cNvPr>
          <p:cNvSpPr/>
          <p:nvPr/>
        </p:nvSpPr>
        <p:spPr>
          <a:xfrm>
            <a:off x="4471137" y="4295565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AEAC7E3-9B7B-0D1D-EFA9-3E123C92D58B}"/>
              </a:ext>
            </a:extLst>
          </p:cNvPr>
          <p:cNvSpPr/>
          <p:nvPr/>
        </p:nvSpPr>
        <p:spPr>
          <a:xfrm>
            <a:off x="4419572" y="4244000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644467B-E286-2CDC-9A75-C54EA87DB1AF}"/>
              </a:ext>
            </a:extLst>
          </p:cNvPr>
          <p:cNvSpPr/>
          <p:nvPr/>
        </p:nvSpPr>
        <p:spPr>
          <a:xfrm>
            <a:off x="4374309" y="4195874"/>
            <a:ext cx="750540" cy="84106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633B4-BFBC-9DDF-0B50-67F2A91D6117}"/>
              </a:ext>
            </a:extLst>
          </p:cNvPr>
          <p:cNvSpPr/>
          <p:nvPr/>
        </p:nvSpPr>
        <p:spPr>
          <a:xfrm>
            <a:off x="233759" y="323134"/>
            <a:ext cx="543139" cy="3506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mat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mul</a:t>
            </a:r>
            <a:endParaRPr lang="en-US" sz="1300" dirty="0">
              <a:latin typeface="Hack" panose="020B0609030202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615DE3-2921-575E-D171-71E3068E3314}"/>
              </a:ext>
            </a:extLst>
          </p:cNvPr>
          <p:cNvSpPr/>
          <p:nvPr/>
        </p:nvSpPr>
        <p:spPr>
          <a:xfrm>
            <a:off x="1073676" y="323134"/>
            <a:ext cx="543139" cy="3506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score</a:t>
            </a:r>
          </a:p>
          <a:p>
            <a:pPr algn="ctr"/>
            <a:r>
              <a:rPr lang="en-US" sz="1300" dirty="0">
                <a:latin typeface="Hack" panose="020B0609030202020204" pitchFamily="49" charset="0"/>
              </a:rPr>
              <a:t>mod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32FC75-FB4C-513F-645E-07B9D92ECE7A}"/>
              </a:ext>
            </a:extLst>
          </p:cNvPr>
          <p:cNvSpPr/>
          <p:nvPr/>
        </p:nvSpPr>
        <p:spPr>
          <a:xfrm>
            <a:off x="1920468" y="323134"/>
            <a:ext cx="543139" cy="350634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CD2F5-DF8B-803A-64B4-3BAF15EB9476}"/>
              </a:ext>
            </a:extLst>
          </p:cNvPr>
          <p:cNvSpPr/>
          <p:nvPr/>
        </p:nvSpPr>
        <p:spPr>
          <a:xfrm>
            <a:off x="2762677" y="323134"/>
            <a:ext cx="543139" cy="3506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exp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291FA9-6210-2D66-CD32-5092414389ED}"/>
              </a:ext>
            </a:extLst>
          </p:cNvPr>
          <p:cNvSpPr/>
          <p:nvPr/>
        </p:nvSpPr>
        <p:spPr>
          <a:xfrm>
            <a:off x="3595719" y="323134"/>
            <a:ext cx="543139" cy="3506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cast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CB72F1-C3AD-27B3-CC0D-438D0A081619}"/>
              </a:ext>
            </a:extLst>
          </p:cNvPr>
          <p:cNvSpPr/>
          <p:nvPr/>
        </p:nvSpPr>
        <p:spPr>
          <a:xfrm>
            <a:off x="4435636" y="323134"/>
            <a:ext cx="543139" cy="350634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mat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mul</a:t>
            </a:r>
            <a:endParaRPr lang="en-US" sz="1300" dirty="0">
              <a:latin typeface="Hack" panose="020B060903020202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22EF2-DB94-7985-F8B3-E2D01353A7CF}"/>
              </a:ext>
            </a:extLst>
          </p:cNvPr>
          <p:cNvSpPr/>
          <p:nvPr/>
        </p:nvSpPr>
        <p:spPr>
          <a:xfrm>
            <a:off x="233759" y="867420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 err="1">
                <a:latin typeface="Hack" panose="020B0609030202020204" pitchFamily="49" charset="0"/>
              </a:rPr>
              <a:t>elmt</a:t>
            </a:r>
            <a:endParaRPr lang="en-US" sz="1300" dirty="0">
              <a:latin typeface="Hack" panose="020B0609030202020204" pitchFamily="49" charset="0"/>
            </a:endParaRPr>
          </a:p>
          <a:p>
            <a:pPr algn="ctr"/>
            <a:r>
              <a:rPr lang="en-US" sz="1300" dirty="0">
                <a:latin typeface="Hack" panose="020B0609030202020204" pitchFamily="49" charset="0"/>
              </a:rPr>
              <a:t>wise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AA1759-ADFE-806F-B136-83979AB7500A}"/>
              </a:ext>
            </a:extLst>
          </p:cNvPr>
          <p:cNvSpPr/>
          <p:nvPr/>
        </p:nvSpPr>
        <p:spPr>
          <a:xfrm>
            <a:off x="1073676" y="867420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 err="1">
                <a:latin typeface="Hack" panose="020B0609030202020204" pitchFamily="49" charset="0"/>
              </a:rPr>
              <a:t>elmt</a:t>
            </a:r>
            <a:endParaRPr lang="en-US" sz="1300" dirty="0">
              <a:latin typeface="Hack" panose="020B0609030202020204" pitchFamily="49" charset="0"/>
            </a:endParaRPr>
          </a:p>
          <a:p>
            <a:pPr algn="ctr"/>
            <a:r>
              <a:rPr lang="en-US" sz="1300" dirty="0">
                <a:latin typeface="Hack" panose="020B0609030202020204" pitchFamily="49" charset="0"/>
              </a:rPr>
              <a:t>wise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7201B-282B-EC58-55C9-2313F824D025}"/>
              </a:ext>
            </a:extLst>
          </p:cNvPr>
          <p:cNvSpPr/>
          <p:nvPr/>
        </p:nvSpPr>
        <p:spPr>
          <a:xfrm>
            <a:off x="1920468" y="867420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re-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duc</a:t>
            </a:r>
            <a:r>
              <a:rPr lang="en-US" sz="1300" dirty="0">
                <a:latin typeface="Hack" panose="020B0609030202020204" pitchFamily="49" charset="0"/>
              </a:rPr>
              <a:t>-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tion</a:t>
            </a:r>
            <a:endParaRPr lang="en-US" sz="1300" dirty="0">
              <a:latin typeface="Hack" panose="020B0609030202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36A60E-EB3C-E544-F149-CE5A55B1ECE5}"/>
              </a:ext>
            </a:extLst>
          </p:cNvPr>
          <p:cNvSpPr/>
          <p:nvPr/>
        </p:nvSpPr>
        <p:spPr>
          <a:xfrm>
            <a:off x="2762677" y="867420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 err="1">
                <a:latin typeface="Hack" panose="020B0609030202020204" pitchFamily="49" charset="0"/>
              </a:rPr>
              <a:t>elmt</a:t>
            </a:r>
            <a:endParaRPr lang="en-US" sz="1300" dirty="0">
              <a:latin typeface="Hack" panose="020B0609030202020204" pitchFamily="49" charset="0"/>
            </a:endParaRPr>
          </a:p>
          <a:p>
            <a:pPr algn="ctr"/>
            <a:r>
              <a:rPr lang="en-US" sz="1300" dirty="0">
                <a:latin typeface="Hack" panose="020B0609030202020204" pitchFamily="49" charset="0"/>
              </a:rPr>
              <a:t>wise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DE52E0-EC5E-002C-2B3F-68BDE2B49929}"/>
              </a:ext>
            </a:extLst>
          </p:cNvPr>
          <p:cNvSpPr/>
          <p:nvPr/>
        </p:nvSpPr>
        <p:spPr>
          <a:xfrm>
            <a:off x="3595719" y="867420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 err="1">
                <a:latin typeface="Hack" panose="020B0609030202020204" pitchFamily="49" charset="0"/>
              </a:rPr>
              <a:t>elmt</a:t>
            </a:r>
            <a:endParaRPr lang="en-US" sz="1300" dirty="0">
              <a:latin typeface="Hack" panose="020B0609030202020204" pitchFamily="49" charset="0"/>
            </a:endParaRPr>
          </a:p>
          <a:p>
            <a:pPr algn="ctr"/>
            <a:r>
              <a:rPr lang="en-US" sz="1300" dirty="0">
                <a:latin typeface="Hack" panose="020B0609030202020204" pitchFamily="49" charset="0"/>
              </a:rPr>
              <a:t>wise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97B0F-EB22-09D1-FBFA-2D982E7B16E9}"/>
              </a:ext>
            </a:extLst>
          </p:cNvPr>
          <p:cNvSpPr/>
          <p:nvPr/>
        </p:nvSpPr>
        <p:spPr>
          <a:xfrm>
            <a:off x="4435636" y="867420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dirty="0">
                <a:latin typeface="Hack" panose="020B0609030202020204" pitchFamily="49" charset="0"/>
              </a:rPr>
              <a:t>re-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duc</a:t>
            </a:r>
            <a:r>
              <a:rPr lang="en-US" sz="1300" dirty="0">
                <a:latin typeface="Hack" panose="020B0609030202020204" pitchFamily="49" charset="0"/>
              </a:rPr>
              <a:t>-</a:t>
            </a:r>
          </a:p>
          <a:p>
            <a:pPr algn="ctr"/>
            <a:r>
              <a:rPr lang="en-US" sz="1300" dirty="0" err="1">
                <a:latin typeface="Hack" panose="020B0609030202020204" pitchFamily="49" charset="0"/>
              </a:rPr>
              <a:t>tion</a:t>
            </a:r>
            <a:endParaRPr lang="en-US" sz="1300" dirty="0">
              <a:latin typeface="Hack" panose="020B0609030202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3BCC68-BC2B-A41C-2FCF-BC4B4339EAA5}"/>
              </a:ext>
            </a:extLst>
          </p:cNvPr>
          <p:cNvSpPr/>
          <p:nvPr/>
        </p:nvSpPr>
        <p:spPr>
          <a:xfrm>
            <a:off x="185632" y="818148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CF17D-4D8C-9070-4BB7-19AC126119E5}"/>
              </a:ext>
            </a:extLst>
          </p:cNvPr>
          <p:cNvSpPr/>
          <p:nvPr/>
        </p:nvSpPr>
        <p:spPr>
          <a:xfrm>
            <a:off x="1022111" y="818148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B9E30-B423-D60B-7C1D-33B15B1451A4}"/>
              </a:ext>
            </a:extLst>
          </p:cNvPr>
          <p:cNvSpPr/>
          <p:nvPr/>
        </p:nvSpPr>
        <p:spPr>
          <a:xfrm>
            <a:off x="1865465" y="820440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4A9153-B9DD-2ED3-2FA8-1B927CC7FE68}"/>
              </a:ext>
            </a:extLst>
          </p:cNvPr>
          <p:cNvSpPr/>
          <p:nvPr/>
        </p:nvSpPr>
        <p:spPr>
          <a:xfrm>
            <a:off x="2711112" y="818148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B7A7E1-B0B5-791C-80B6-03B6F5F05D1E}"/>
              </a:ext>
            </a:extLst>
          </p:cNvPr>
          <p:cNvSpPr/>
          <p:nvPr/>
        </p:nvSpPr>
        <p:spPr>
          <a:xfrm>
            <a:off x="3544153" y="815855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6DAC94-6CEB-26E5-E8F8-68B9E7A7B4E9}"/>
              </a:ext>
            </a:extLst>
          </p:cNvPr>
          <p:cNvSpPr/>
          <p:nvPr/>
        </p:nvSpPr>
        <p:spPr>
          <a:xfrm>
            <a:off x="4384071" y="815855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B4ED1E-5F23-8A5A-BE24-25DD7A595BE3}"/>
              </a:ext>
            </a:extLst>
          </p:cNvPr>
          <p:cNvSpPr/>
          <p:nvPr/>
        </p:nvSpPr>
        <p:spPr>
          <a:xfrm>
            <a:off x="137506" y="763148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9ACB2A-0409-41EC-03D2-EFD5D2FEDA5B}"/>
              </a:ext>
            </a:extLst>
          </p:cNvPr>
          <p:cNvSpPr/>
          <p:nvPr/>
        </p:nvSpPr>
        <p:spPr>
          <a:xfrm>
            <a:off x="970548" y="763148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1006B5-6014-34F1-FFC7-6A60BBF6260E}"/>
              </a:ext>
            </a:extLst>
          </p:cNvPr>
          <p:cNvSpPr/>
          <p:nvPr/>
        </p:nvSpPr>
        <p:spPr>
          <a:xfrm>
            <a:off x="1811038" y="763148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8611F2-2EB1-DAD3-34C2-ED21F4772B8D}"/>
              </a:ext>
            </a:extLst>
          </p:cNvPr>
          <p:cNvSpPr/>
          <p:nvPr/>
        </p:nvSpPr>
        <p:spPr>
          <a:xfrm>
            <a:off x="2651526" y="767730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EF659-5974-D903-C952-52E7108EDA8A}"/>
              </a:ext>
            </a:extLst>
          </p:cNvPr>
          <p:cNvSpPr/>
          <p:nvPr/>
        </p:nvSpPr>
        <p:spPr>
          <a:xfrm>
            <a:off x="3491443" y="767730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AAB72F-90E4-6E71-91DC-8FA3691FF6BE}"/>
              </a:ext>
            </a:extLst>
          </p:cNvPr>
          <p:cNvSpPr/>
          <p:nvPr/>
        </p:nvSpPr>
        <p:spPr>
          <a:xfrm>
            <a:off x="4338808" y="767730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243B37-5B40-D17D-C4A3-B8347C095BF8}"/>
              </a:ext>
            </a:extLst>
          </p:cNvPr>
          <p:cNvSpPr/>
          <p:nvPr/>
        </p:nvSpPr>
        <p:spPr>
          <a:xfrm>
            <a:off x="236621" y="200870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13CB2-DD68-22A7-CD8E-46643EEE5510}"/>
              </a:ext>
            </a:extLst>
          </p:cNvPr>
          <p:cNvSpPr/>
          <p:nvPr/>
        </p:nvSpPr>
        <p:spPr>
          <a:xfrm>
            <a:off x="1076538" y="200870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903072-7692-5E88-5B43-7C2199768930}"/>
              </a:ext>
            </a:extLst>
          </p:cNvPr>
          <p:cNvSpPr/>
          <p:nvPr/>
        </p:nvSpPr>
        <p:spPr>
          <a:xfrm>
            <a:off x="188494" y="1959430"/>
            <a:ext cx="1485430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B5BF7D-6149-D29B-0DDB-D78108D92ADB}"/>
              </a:ext>
            </a:extLst>
          </p:cNvPr>
          <p:cNvSpPr/>
          <p:nvPr/>
        </p:nvSpPr>
        <p:spPr>
          <a:xfrm>
            <a:off x="140367" y="1904430"/>
            <a:ext cx="1580721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E0C34A-5082-19BF-DC46-C71A1A4FFC17}"/>
              </a:ext>
            </a:extLst>
          </p:cNvPr>
          <p:cNvSpPr/>
          <p:nvPr/>
        </p:nvSpPr>
        <p:spPr>
          <a:xfrm>
            <a:off x="1916455" y="2008702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22EAEF-CB8C-8EC5-8B51-BF40F180F233}"/>
              </a:ext>
            </a:extLst>
          </p:cNvPr>
          <p:cNvSpPr/>
          <p:nvPr/>
        </p:nvSpPr>
        <p:spPr>
          <a:xfrm>
            <a:off x="1861452" y="1961722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EA2E4F-9B76-917C-00CF-EA640851DFD2}"/>
              </a:ext>
            </a:extLst>
          </p:cNvPr>
          <p:cNvSpPr/>
          <p:nvPr/>
        </p:nvSpPr>
        <p:spPr>
          <a:xfrm>
            <a:off x="1807025" y="1904430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2184E0-865D-FA2F-A220-EC036A4402D0}"/>
              </a:ext>
            </a:extLst>
          </p:cNvPr>
          <p:cNvSpPr/>
          <p:nvPr/>
        </p:nvSpPr>
        <p:spPr>
          <a:xfrm>
            <a:off x="236621" y="3149984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B4E88F-82BE-559D-088F-380F390C82A2}"/>
              </a:ext>
            </a:extLst>
          </p:cNvPr>
          <p:cNvSpPr/>
          <p:nvPr/>
        </p:nvSpPr>
        <p:spPr>
          <a:xfrm>
            <a:off x="1076538" y="3149984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A88B0B-13C4-331D-5682-27FFA1B59499}"/>
              </a:ext>
            </a:extLst>
          </p:cNvPr>
          <p:cNvSpPr/>
          <p:nvPr/>
        </p:nvSpPr>
        <p:spPr>
          <a:xfrm>
            <a:off x="140367" y="3045712"/>
            <a:ext cx="2417198" cy="841066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35F2F3-452E-9FFA-D0B6-0CEE9D90FC83}"/>
              </a:ext>
            </a:extLst>
          </p:cNvPr>
          <p:cNvSpPr/>
          <p:nvPr/>
        </p:nvSpPr>
        <p:spPr>
          <a:xfrm>
            <a:off x="1916455" y="3149984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DC7D0E-04EE-865E-2A81-0C7C8B62A3BD}"/>
              </a:ext>
            </a:extLst>
          </p:cNvPr>
          <p:cNvSpPr/>
          <p:nvPr/>
        </p:nvSpPr>
        <p:spPr>
          <a:xfrm>
            <a:off x="185632" y="3103004"/>
            <a:ext cx="232208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F59261-035E-ACD3-F222-91B1DEE338C7}"/>
              </a:ext>
            </a:extLst>
          </p:cNvPr>
          <p:cNvSpPr/>
          <p:nvPr/>
        </p:nvSpPr>
        <p:spPr>
          <a:xfrm>
            <a:off x="2775276" y="3149984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66D931-07E0-E632-8D14-2E9AB61941BD}"/>
              </a:ext>
            </a:extLst>
          </p:cNvPr>
          <p:cNvSpPr/>
          <p:nvPr/>
        </p:nvSpPr>
        <p:spPr>
          <a:xfrm>
            <a:off x="2723711" y="3100712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85C3B9-CD32-599A-D60B-A471624C4DC1}"/>
              </a:ext>
            </a:extLst>
          </p:cNvPr>
          <p:cNvSpPr/>
          <p:nvPr/>
        </p:nvSpPr>
        <p:spPr>
          <a:xfrm>
            <a:off x="2664125" y="3050294"/>
            <a:ext cx="750540" cy="841066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17A2FA-8520-4938-503D-34EABBDD2D65}"/>
              </a:ext>
            </a:extLst>
          </p:cNvPr>
          <p:cNvSpPr/>
          <p:nvPr/>
        </p:nvSpPr>
        <p:spPr>
          <a:xfrm>
            <a:off x="236621" y="42912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621D5F-A15B-F27A-2DE4-397D10CE1BA8}"/>
              </a:ext>
            </a:extLst>
          </p:cNvPr>
          <p:cNvSpPr/>
          <p:nvPr/>
        </p:nvSpPr>
        <p:spPr>
          <a:xfrm>
            <a:off x="1076538" y="42912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CDA820-7B17-C850-047C-7D628F93EF3A}"/>
              </a:ext>
            </a:extLst>
          </p:cNvPr>
          <p:cNvSpPr/>
          <p:nvPr/>
        </p:nvSpPr>
        <p:spPr>
          <a:xfrm>
            <a:off x="140367" y="4186993"/>
            <a:ext cx="3274298" cy="84106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8A4458-B7E5-F3BE-FA52-F488F812AB3F}"/>
              </a:ext>
            </a:extLst>
          </p:cNvPr>
          <p:cNvSpPr/>
          <p:nvPr/>
        </p:nvSpPr>
        <p:spPr>
          <a:xfrm>
            <a:off x="1916455" y="4291266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FD5B08-E031-3104-8C20-FC8CFBD11194}"/>
              </a:ext>
            </a:extLst>
          </p:cNvPr>
          <p:cNvSpPr/>
          <p:nvPr/>
        </p:nvSpPr>
        <p:spPr>
          <a:xfrm>
            <a:off x="185632" y="4244286"/>
            <a:ext cx="232208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BCE14E-A255-2A75-234C-61D165274442}"/>
              </a:ext>
            </a:extLst>
          </p:cNvPr>
          <p:cNvSpPr/>
          <p:nvPr/>
        </p:nvSpPr>
        <p:spPr>
          <a:xfrm>
            <a:off x="2775276" y="42912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068169-F9AA-7DAC-4358-F2581FE7FAB4}"/>
              </a:ext>
            </a:extLst>
          </p:cNvPr>
          <p:cNvSpPr/>
          <p:nvPr/>
        </p:nvSpPr>
        <p:spPr>
          <a:xfrm>
            <a:off x="2723711" y="4241994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A202945-7301-19CD-D08C-4013C10D8AE7}"/>
              </a:ext>
            </a:extLst>
          </p:cNvPr>
          <p:cNvSpPr/>
          <p:nvPr/>
        </p:nvSpPr>
        <p:spPr>
          <a:xfrm>
            <a:off x="3595719" y="42912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63AE72-5097-1636-3031-03D98D09DEAC}"/>
              </a:ext>
            </a:extLst>
          </p:cNvPr>
          <p:cNvSpPr/>
          <p:nvPr/>
        </p:nvSpPr>
        <p:spPr>
          <a:xfrm>
            <a:off x="3544153" y="4239701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860ECA3-E700-8775-C8D4-ED1146D923D1}"/>
              </a:ext>
            </a:extLst>
          </p:cNvPr>
          <p:cNvSpPr/>
          <p:nvPr/>
        </p:nvSpPr>
        <p:spPr>
          <a:xfrm>
            <a:off x="3491443" y="4191575"/>
            <a:ext cx="750540" cy="84106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B6AF4-E23C-B2EC-D2C9-D2DC70995634}"/>
              </a:ext>
            </a:extLst>
          </p:cNvPr>
          <p:cNvSpPr/>
          <p:nvPr/>
        </p:nvSpPr>
        <p:spPr>
          <a:xfrm>
            <a:off x="224022" y="54279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F4E640-682B-50A9-47CF-7CD30F94935C}"/>
              </a:ext>
            </a:extLst>
          </p:cNvPr>
          <p:cNvSpPr/>
          <p:nvPr/>
        </p:nvSpPr>
        <p:spPr>
          <a:xfrm>
            <a:off x="1063939" y="54279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5D2B0D-C230-F36D-B350-608EA01A9196}"/>
              </a:ext>
            </a:extLst>
          </p:cNvPr>
          <p:cNvSpPr/>
          <p:nvPr/>
        </p:nvSpPr>
        <p:spPr>
          <a:xfrm>
            <a:off x="137506" y="5323693"/>
            <a:ext cx="4104476" cy="851393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2DDA0FA-67FA-E5E7-C49D-16B50091D04B}"/>
              </a:ext>
            </a:extLst>
          </p:cNvPr>
          <p:cNvSpPr/>
          <p:nvPr/>
        </p:nvSpPr>
        <p:spPr>
          <a:xfrm>
            <a:off x="1903856" y="5427966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F7FAFD0-E82E-9CE9-7BA3-867732DF9637}"/>
              </a:ext>
            </a:extLst>
          </p:cNvPr>
          <p:cNvSpPr/>
          <p:nvPr/>
        </p:nvSpPr>
        <p:spPr>
          <a:xfrm>
            <a:off x="173033" y="5380986"/>
            <a:ext cx="232208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90BCD32-E443-7AFE-FDDB-669EE735BF45}"/>
              </a:ext>
            </a:extLst>
          </p:cNvPr>
          <p:cNvSpPr/>
          <p:nvPr/>
        </p:nvSpPr>
        <p:spPr>
          <a:xfrm>
            <a:off x="2762677" y="54279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B988C7-688D-EA58-69E6-B0C3411C84E2}"/>
              </a:ext>
            </a:extLst>
          </p:cNvPr>
          <p:cNvSpPr/>
          <p:nvPr/>
        </p:nvSpPr>
        <p:spPr>
          <a:xfrm>
            <a:off x="2711111" y="5378694"/>
            <a:ext cx="1479309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7C1C2D-1D5B-BF13-CE3E-E44DF0623312}"/>
              </a:ext>
            </a:extLst>
          </p:cNvPr>
          <p:cNvSpPr/>
          <p:nvPr/>
        </p:nvSpPr>
        <p:spPr>
          <a:xfrm>
            <a:off x="3583120" y="5427966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A5CA974-974C-EC02-C921-9C367DE18536}"/>
              </a:ext>
            </a:extLst>
          </p:cNvPr>
          <p:cNvSpPr/>
          <p:nvPr/>
        </p:nvSpPr>
        <p:spPr>
          <a:xfrm>
            <a:off x="4433337" y="5427966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F0CB0B2-0B72-3F22-5B19-1CA6C1E90729}"/>
              </a:ext>
            </a:extLst>
          </p:cNvPr>
          <p:cNvSpPr/>
          <p:nvPr/>
        </p:nvSpPr>
        <p:spPr>
          <a:xfrm>
            <a:off x="4381772" y="5376401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199A90E-884B-5146-1772-70740DFFB1D3}"/>
              </a:ext>
            </a:extLst>
          </p:cNvPr>
          <p:cNvSpPr/>
          <p:nvPr/>
        </p:nvSpPr>
        <p:spPr>
          <a:xfrm>
            <a:off x="4336509" y="5328276"/>
            <a:ext cx="750540" cy="8387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B2CF320-20BA-8E83-5A26-04A4A7B1CF5D}"/>
              </a:ext>
            </a:extLst>
          </p:cNvPr>
          <p:cNvSpPr/>
          <p:nvPr/>
        </p:nvSpPr>
        <p:spPr>
          <a:xfrm>
            <a:off x="233761" y="657841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380B72E-BF3C-8643-B2F0-4CC971FB8A4B}"/>
              </a:ext>
            </a:extLst>
          </p:cNvPr>
          <p:cNvSpPr/>
          <p:nvPr/>
        </p:nvSpPr>
        <p:spPr>
          <a:xfrm>
            <a:off x="1073678" y="657841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0D31FDE-EA82-CB9B-0DF6-5234FAB22F7A}"/>
              </a:ext>
            </a:extLst>
          </p:cNvPr>
          <p:cNvSpPr/>
          <p:nvPr/>
        </p:nvSpPr>
        <p:spPr>
          <a:xfrm>
            <a:off x="137506" y="6474140"/>
            <a:ext cx="4949543" cy="750540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8C049D2-36B5-3652-E0BE-20AA1AB4D687}"/>
              </a:ext>
            </a:extLst>
          </p:cNvPr>
          <p:cNvSpPr/>
          <p:nvPr/>
        </p:nvSpPr>
        <p:spPr>
          <a:xfrm>
            <a:off x="1913595" y="6578412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FB06E6F-7F70-5B49-37F5-409DA12E4A72}"/>
              </a:ext>
            </a:extLst>
          </p:cNvPr>
          <p:cNvSpPr/>
          <p:nvPr/>
        </p:nvSpPr>
        <p:spPr>
          <a:xfrm>
            <a:off x="182772" y="6531432"/>
            <a:ext cx="4845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34282BA-4224-A252-5D40-8C444997851D}"/>
              </a:ext>
            </a:extLst>
          </p:cNvPr>
          <p:cNvSpPr/>
          <p:nvPr/>
        </p:nvSpPr>
        <p:spPr>
          <a:xfrm>
            <a:off x="2772416" y="657841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1774340-DAF2-7FD4-B373-E03DE7788FFD}"/>
              </a:ext>
            </a:extLst>
          </p:cNvPr>
          <p:cNvSpPr/>
          <p:nvPr/>
        </p:nvSpPr>
        <p:spPr>
          <a:xfrm>
            <a:off x="3592859" y="6578412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087FA4B-1A1C-EBAD-1444-E5FF65F36B95}"/>
              </a:ext>
            </a:extLst>
          </p:cNvPr>
          <p:cNvSpPr/>
          <p:nvPr/>
        </p:nvSpPr>
        <p:spPr>
          <a:xfrm>
            <a:off x="4443076" y="6578412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87" name="U-Turn Arrow 86">
            <a:extLst>
              <a:ext uri="{FF2B5EF4-FFF2-40B4-BE49-F238E27FC236}">
                <a16:creationId xmlns:a16="http://schemas.microsoft.com/office/drawing/2014/main" id="{7F28DC34-787E-FEDF-9DAA-D73492D53A5E}"/>
              </a:ext>
            </a:extLst>
          </p:cNvPr>
          <p:cNvSpPr/>
          <p:nvPr/>
        </p:nvSpPr>
        <p:spPr>
          <a:xfrm rot="10800000">
            <a:off x="584391" y="1410559"/>
            <a:ext cx="750540" cy="399906"/>
          </a:xfrm>
          <a:prstGeom prst="uturnArrow">
            <a:avLst>
              <a:gd name="adj1" fmla="val 6609"/>
              <a:gd name="adj2" fmla="val 15805"/>
              <a:gd name="adj3" fmla="val 16953"/>
              <a:gd name="adj4" fmla="val 54095"/>
              <a:gd name="adj5" fmla="val 795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7FB95D-0F8F-D623-4EF0-B5B436A49C26}"/>
              </a:ext>
            </a:extLst>
          </p:cNvPr>
          <p:cNvSpPr txBox="1"/>
          <p:nvPr/>
        </p:nvSpPr>
        <p:spPr>
          <a:xfrm>
            <a:off x="1260036" y="1554259"/>
            <a:ext cx="1235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ComputeAt</a:t>
            </a:r>
            <a:endParaRPr lang="en-US" sz="1600" dirty="0"/>
          </a:p>
        </p:txBody>
      </p:sp>
      <p:sp>
        <p:nvSpPr>
          <p:cNvPr id="89" name="U-Turn Arrow 88">
            <a:extLst>
              <a:ext uri="{FF2B5EF4-FFF2-40B4-BE49-F238E27FC236}">
                <a16:creationId xmlns:a16="http://schemas.microsoft.com/office/drawing/2014/main" id="{3C6EFFFC-F18E-85CC-CC96-A4CC09CC2ED1}"/>
              </a:ext>
            </a:extLst>
          </p:cNvPr>
          <p:cNvSpPr/>
          <p:nvPr/>
        </p:nvSpPr>
        <p:spPr>
          <a:xfrm rot="10800000">
            <a:off x="1495638" y="2566268"/>
            <a:ext cx="750540" cy="399906"/>
          </a:xfrm>
          <a:prstGeom prst="uturnArrow">
            <a:avLst>
              <a:gd name="adj1" fmla="val 6609"/>
              <a:gd name="adj2" fmla="val 15805"/>
              <a:gd name="adj3" fmla="val 16953"/>
              <a:gd name="adj4" fmla="val 54095"/>
              <a:gd name="adj5" fmla="val 88194"/>
            </a:avLst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CE7E5B-83EF-3AE9-D146-337939EFDF03}"/>
              </a:ext>
            </a:extLst>
          </p:cNvPr>
          <p:cNvSpPr txBox="1"/>
          <p:nvPr/>
        </p:nvSpPr>
        <p:spPr>
          <a:xfrm>
            <a:off x="1173069" y="3862990"/>
            <a:ext cx="1235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ComputeAt</a:t>
            </a:r>
            <a:endParaRPr lang="en-US" sz="1600" dirty="0"/>
          </a:p>
        </p:txBody>
      </p:sp>
      <p:sp>
        <p:nvSpPr>
          <p:cNvPr id="93" name="U-Turn Arrow 92">
            <a:extLst>
              <a:ext uri="{FF2B5EF4-FFF2-40B4-BE49-F238E27FC236}">
                <a16:creationId xmlns:a16="http://schemas.microsoft.com/office/drawing/2014/main" id="{BC747D6B-AAE8-5635-7277-370EBC8D97A4}"/>
              </a:ext>
            </a:extLst>
          </p:cNvPr>
          <p:cNvSpPr/>
          <p:nvPr/>
        </p:nvSpPr>
        <p:spPr>
          <a:xfrm rot="10800000">
            <a:off x="2276256" y="3702288"/>
            <a:ext cx="750540" cy="399906"/>
          </a:xfrm>
          <a:prstGeom prst="uturnArrow">
            <a:avLst>
              <a:gd name="adj1" fmla="val 6609"/>
              <a:gd name="adj2" fmla="val 15805"/>
              <a:gd name="adj3" fmla="val 22111"/>
              <a:gd name="adj4" fmla="val 54095"/>
              <a:gd name="adj5" fmla="val 520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E0D4968-61AC-0E93-5BC1-F14666E17F73}"/>
              </a:ext>
            </a:extLst>
          </p:cNvPr>
          <p:cNvSpPr/>
          <p:nvPr/>
        </p:nvSpPr>
        <p:spPr>
          <a:xfrm>
            <a:off x="2760378" y="2010421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4415713-5BA8-8799-6065-19C7C040CF20}"/>
              </a:ext>
            </a:extLst>
          </p:cNvPr>
          <p:cNvSpPr/>
          <p:nvPr/>
        </p:nvSpPr>
        <p:spPr>
          <a:xfrm>
            <a:off x="3593420" y="2010421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C2058A6-F0AD-71C6-850C-89C080D90893}"/>
              </a:ext>
            </a:extLst>
          </p:cNvPr>
          <p:cNvSpPr/>
          <p:nvPr/>
        </p:nvSpPr>
        <p:spPr>
          <a:xfrm>
            <a:off x="4433337" y="2010421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8368C4D-E55E-894A-F2B2-84A055744D77}"/>
              </a:ext>
            </a:extLst>
          </p:cNvPr>
          <p:cNvSpPr/>
          <p:nvPr/>
        </p:nvSpPr>
        <p:spPr>
          <a:xfrm>
            <a:off x="2708813" y="1961149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C60FF07-1BF5-A908-D3AE-587E37493694}"/>
              </a:ext>
            </a:extLst>
          </p:cNvPr>
          <p:cNvSpPr/>
          <p:nvPr/>
        </p:nvSpPr>
        <p:spPr>
          <a:xfrm>
            <a:off x="3541854" y="1958856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073788E-5DB4-E680-B36B-F0E0DE7A40B1}"/>
              </a:ext>
            </a:extLst>
          </p:cNvPr>
          <p:cNvSpPr/>
          <p:nvPr/>
        </p:nvSpPr>
        <p:spPr>
          <a:xfrm>
            <a:off x="4381772" y="1958856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A8EB0B-C758-3974-033A-E07A6FF2EE49}"/>
              </a:ext>
            </a:extLst>
          </p:cNvPr>
          <p:cNvSpPr/>
          <p:nvPr/>
        </p:nvSpPr>
        <p:spPr>
          <a:xfrm>
            <a:off x="2649227" y="1910731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4CD9DE-04E8-BF16-905B-B6784DAE7F8B}"/>
              </a:ext>
            </a:extLst>
          </p:cNvPr>
          <p:cNvSpPr/>
          <p:nvPr/>
        </p:nvSpPr>
        <p:spPr>
          <a:xfrm>
            <a:off x="3489144" y="1910731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DA75AAD-653C-853B-17B7-8AB22539E091}"/>
              </a:ext>
            </a:extLst>
          </p:cNvPr>
          <p:cNvSpPr/>
          <p:nvPr/>
        </p:nvSpPr>
        <p:spPr>
          <a:xfrm>
            <a:off x="4336509" y="1910731"/>
            <a:ext cx="750540" cy="80668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63343D4-8174-23D2-4513-F2D0343E654E}"/>
              </a:ext>
            </a:extLst>
          </p:cNvPr>
          <p:cNvSpPr/>
          <p:nvPr/>
        </p:nvSpPr>
        <p:spPr>
          <a:xfrm>
            <a:off x="2593593" y="1867185"/>
            <a:ext cx="2761546" cy="1001486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527E76-E428-0BDE-8D4A-9A86D45AAB4D}"/>
              </a:ext>
            </a:extLst>
          </p:cNvPr>
          <p:cNvSpPr txBox="1"/>
          <p:nvPr/>
        </p:nvSpPr>
        <p:spPr>
          <a:xfrm>
            <a:off x="2206410" y="2668716"/>
            <a:ext cx="1470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</a:rPr>
              <a:t>RollingUpdate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BBAD436-4AC3-15BD-C031-43FD5E09A892}"/>
              </a:ext>
            </a:extLst>
          </p:cNvPr>
          <p:cNvSpPr/>
          <p:nvPr/>
        </p:nvSpPr>
        <p:spPr>
          <a:xfrm>
            <a:off x="3603159" y="3159149"/>
            <a:ext cx="543139" cy="5431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1BD9F89-43AB-B629-741A-EA4674B25E05}"/>
              </a:ext>
            </a:extLst>
          </p:cNvPr>
          <p:cNvSpPr/>
          <p:nvPr/>
        </p:nvSpPr>
        <p:spPr>
          <a:xfrm>
            <a:off x="4443076" y="3159149"/>
            <a:ext cx="543139" cy="543139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latin typeface="Hack" panose="020B0609030202020204" pitchFamily="49" charset="0"/>
              </a:rPr>
              <a:t>R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F7E06F-BEE4-E391-880E-F23D4DC04E0D}"/>
              </a:ext>
            </a:extLst>
          </p:cNvPr>
          <p:cNvSpPr/>
          <p:nvPr/>
        </p:nvSpPr>
        <p:spPr>
          <a:xfrm>
            <a:off x="3551593" y="3107584"/>
            <a:ext cx="646268" cy="646268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B3DFECE-4174-C458-2076-DC1B0B3C5A8B}"/>
              </a:ext>
            </a:extLst>
          </p:cNvPr>
          <p:cNvSpPr/>
          <p:nvPr/>
        </p:nvSpPr>
        <p:spPr>
          <a:xfrm>
            <a:off x="4391511" y="3107584"/>
            <a:ext cx="646268" cy="64626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1B449FB-0389-5E9C-3B96-5212624EE1FC}"/>
              </a:ext>
            </a:extLst>
          </p:cNvPr>
          <p:cNvSpPr/>
          <p:nvPr/>
        </p:nvSpPr>
        <p:spPr>
          <a:xfrm>
            <a:off x="3498883" y="3059458"/>
            <a:ext cx="750540" cy="84106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F05FF58-B289-14E8-FD7F-D99F098CEC50}"/>
              </a:ext>
            </a:extLst>
          </p:cNvPr>
          <p:cNvSpPr/>
          <p:nvPr/>
        </p:nvSpPr>
        <p:spPr>
          <a:xfrm>
            <a:off x="4346248" y="3059458"/>
            <a:ext cx="750540" cy="841065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5565C97-C839-820A-4B95-4008BADB9C5E}"/>
              </a:ext>
            </a:extLst>
          </p:cNvPr>
          <p:cNvSpPr/>
          <p:nvPr/>
        </p:nvSpPr>
        <p:spPr>
          <a:xfrm>
            <a:off x="3474251" y="3027992"/>
            <a:ext cx="2761546" cy="1001486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7315417-975D-6C91-9A81-0B0FC982522F}"/>
              </a:ext>
            </a:extLst>
          </p:cNvPr>
          <p:cNvSpPr/>
          <p:nvPr/>
        </p:nvSpPr>
        <p:spPr>
          <a:xfrm>
            <a:off x="4302726" y="4152525"/>
            <a:ext cx="2761546" cy="1001486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U-Turn Arrow 115">
            <a:extLst>
              <a:ext uri="{FF2B5EF4-FFF2-40B4-BE49-F238E27FC236}">
                <a16:creationId xmlns:a16="http://schemas.microsoft.com/office/drawing/2014/main" id="{424A3C7D-841A-0E01-CA39-D9F1802A0D37}"/>
              </a:ext>
            </a:extLst>
          </p:cNvPr>
          <p:cNvSpPr/>
          <p:nvPr/>
        </p:nvSpPr>
        <p:spPr>
          <a:xfrm rot="10800000">
            <a:off x="3137949" y="4827911"/>
            <a:ext cx="750540" cy="349112"/>
          </a:xfrm>
          <a:prstGeom prst="uturnArrow">
            <a:avLst>
              <a:gd name="adj1" fmla="val 6609"/>
              <a:gd name="adj2" fmla="val 15805"/>
              <a:gd name="adj3" fmla="val 20392"/>
              <a:gd name="adj4" fmla="val 54095"/>
              <a:gd name="adj5" fmla="val 813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24E1FF5-2511-9203-8EB1-534F2945B89E}"/>
              </a:ext>
            </a:extLst>
          </p:cNvPr>
          <p:cNvSpPr txBox="1"/>
          <p:nvPr/>
        </p:nvSpPr>
        <p:spPr>
          <a:xfrm>
            <a:off x="2153527" y="4978783"/>
            <a:ext cx="1235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ComputeAt</a:t>
            </a:r>
            <a:endParaRPr lang="en-US" sz="1600" dirty="0"/>
          </a:p>
        </p:txBody>
      </p:sp>
      <p:sp>
        <p:nvSpPr>
          <p:cNvPr id="118" name="U-Turn Arrow 117">
            <a:extLst>
              <a:ext uri="{FF2B5EF4-FFF2-40B4-BE49-F238E27FC236}">
                <a16:creationId xmlns:a16="http://schemas.microsoft.com/office/drawing/2014/main" id="{87374316-461D-2EDD-9266-C9AA54D30054}"/>
              </a:ext>
            </a:extLst>
          </p:cNvPr>
          <p:cNvSpPr/>
          <p:nvPr/>
        </p:nvSpPr>
        <p:spPr>
          <a:xfrm rot="10800000">
            <a:off x="2134030" y="5985815"/>
            <a:ext cx="2596052" cy="253810"/>
          </a:xfrm>
          <a:prstGeom prst="uturnArrow">
            <a:avLst>
              <a:gd name="adj1" fmla="val 6609"/>
              <a:gd name="adj2" fmla="val 25000"/>
              <a:gd name="adj3" fmla="val 27788"/>
              <a:gd name="adj4" fmla="val 54095"/>
              <a:gd name="adj5" fmla="val 88194"/>
            </a:avLst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D2A14D6-AAA9-86E5-DB5D-940B9E540E25}"/>
              </a:ext>
            </a:extLst>
          </p:cNvPr>
          <p:cNvSpPr txBox="1"/>
          <p:nvPr/>
        </p:nvSpPr>
        <p:spPr>
          <a:xfrm>
            <a:off x="1969760" y="6185043"/>
            <a:ext cx="1470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</a:rPr>
              <a:t>RollingUpdate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0" name="Down Arrow 119">
            <a:extLst>
              <a:ext uri="{FF2B5EF4-FFF2-40B4-BE49-F238E27FC236}">
                <a16:creationId xmlns:a16="http://schemas.microsoft.com/office/drawing/2014/main" id="{CF013774-5E42-2D1C-FAB7-281ADFC301F0}"/>
              </a:ext>
            </a:extLst>
          </p:cNvPr>
          <p:cNvSpPr/>
          <p:nvPr/>
        </p:nvSpPr>
        <p:spPr>
          <a:xfrm>
            <a:off x="5260368" y="763148"/>
            <a:ext cx="330009" cy="64145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D81EEBC-98E2-294E-DFAB-D71874ACEBAA}"/>
              </a:ext>
            </a:extLst>
          </p:cNvPr>
          <p:cNvSpPr txBox="1"/>
          <p:nvPr/>
        </p:nvSpPr>
        <p:spPr>
          <a:xfrm>
            <a:off x="2711112" y="5968477"/>
            <a:ext cx="1313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Also fused by RU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0258C87-7C79-4237-613C-340B234A831C}"/>
              </a:ext>
            </a:extLst>
          </p:cNvPr>
          <p:cNvSpPr txBox="1"/>
          <p:nvPr/>
        </p:nvSpPr>
        <p:spPr>
          <a:xfrm>
            <a:off x="1882433" y="7227572"/>
            <a:ext cx="165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Schedule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BC0EF04-DFC5-CF76-887E-A70542A6CBE1}"/>
              </a:ext>
            </a:extLst>
          </p:cNvPr>
          <p:cNvSpPr txBox="1"/>
          <p:nvPr/>
        </p:nvSpPr>
        <p:spPr>
          <a:xfrm>
            <a:off x="2510761" y="3760643"/>
            <a:ext cx="28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957129-45FC-2240-1347-48F921F5B03A}"/>
              </a:ext>
            </a:extLst>
          </p:cNvPr>
          <p:cNvSpPr/>
          <p:nvPr/>
        </p:nvSpPr>
        <p:spPr>
          <a:xfrm>
            <a:off x="1748296" y="696349"/>
            <a:ext cx="3426763" cy="929528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7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4985</TotalTime>
  <Words>401</Words>
  <Application>Microsoft Macintosh PowerPoint</Application>
  <PresentationFormat>Custom</PresentationFormat>
  <Paragraphs>140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Hack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Yifan Zhao</dc:creator>
  <cp:lastModifiedBy>Zhao, Yifan</cp:lastModifiedBy>
  <cp:revision>78</cp:revision>
  <cp:lastPrinted>2025-08-20T18:05:18Z</cp:lastPrinted>
  <dcterms:created xsi:type="dcterms:W3CDTF">2025-07-26T22:46:16Z</dcterms:created>
  <dcterms:modified xsi:type="dcterms:W3CDTF">2026-04-16T03:53:14Z</dcterms:modified>
</cp:coreProperties>
</file>