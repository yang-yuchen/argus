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notesMasterIdLst>
    <p:notesMasterId r:id="rId5"/>
  </p:notesMasterIdLst>
  <p:sldIdLst>
    <p:sldId id="274" r:id="rId2"/>
    <p:sldId id="273" r:id="rId3"/>
    <p:sldId id="271" r:id="rId4"/>
  </p:sldIdLst>
  <p:sldSz cx="1547971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2D0"/>
    <a:srgbClr val="275A17"/>
    <a:srgbClr val="276217"/>
    <a:srgbClr val="3A6B2F"/>
    <a:srgbClr val="3B9C23"/>
    <a:srgbClr val="46952B"/>
    <a:srgbClr val="F685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93"/>
    <p:restoredTop sz="94618"/>
  </p:normalViewPr>
  <p:slideViewPr>
    <p:cSldViewPr snapToGrid="0">
      <p:cViewPr varScale="1">
        <p:scale>
          <a:sx n="199" d="100"/>
          <a:sy n="199" d="100"/>
        </p:scale>
        <p:origin x="200" y="2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001A91-BE91-9E4D-92B3-020D132D33C4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100263" y="1143000"/>
            <a:ext cx="110585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871CB6-39A9-7C4D-AC18-9836A2F5F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58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1pPr>
    <a:lvl2pPr marL="1067379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2pPr>
    <a:lvl3pPr marL="2134758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3pPr>
    <a:lvl4pPr marL="3202137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4pPr>
    <a:lvl5pPr marL="4269516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5pPr>
    <a:lvl6pPr marL="5336896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6pPr>
    <a:lvl7pPr marL="6404275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7pPr>
    <a:lvl8pPr marL="7471654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8pPr>
    <a:lvl9pPr marL="8539033" algn="l" defTabSz="2134758" rtl="0" eaLnBrk="1" latinLnBrk="0" hangingPunct="1">
      <a:defRPr sz="28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4964" y="706934"/>
            <a:ext cx="11609785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4964" y="2268784"/>
            <a:ext cx="11609785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64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4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168" y="1076898"/>
            <a:ext cx="13351252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68" y="2890725"/>
            <a:ext cx="13351252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27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4230" y="1149891"/>
            <a:ext cx="6578878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6605" y="1149891"/>
            <a:ext cx="6578878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5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229979"/>
            <a:ext cx="13351252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247" y="1058899"/>
            <a:ext cx="654864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247" y="1577850"/>
            <a:ext cx="6548644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36605" y="1058899"/>
            <a:ext cx="6580894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36605" y="1577850"/>
            <a:ext cx="6580894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8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441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287973"/>
            <a:ext cx="4992610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894" y="621942"/>
            <a:ext cx="7836605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1295877"/>
            <a:ext cx="4992610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59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287973"/>
            <a:ext cx="4992610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80894" y="621942"/>
            <a:ext cx="7836605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1295877"/>
            <a:ext cx="4992610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9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9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7672" y="229978"/>
            <a:ext cx="3337813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4230" y="229978"/>
            <a:ext cx="9819943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4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4231" y="229979"/>
            <a:ext cx="13351252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231" y="1149891"/>
            <a:ext cx="13351252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4232" y="4003618"/>
            <a:ext cx="348293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3976A-91B4-084E-A121-8F57922BFD1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27655" y="4003618"/>
            <a:ext cx="5224403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2550" y="4003618"/>
            <a:ext cx="348293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BDB8D5-800E-424C-9B33-F64455ABB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93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C256-2422-5590-8B7D-1851C375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70">
            <a:extLst>
              <a:ext uri="{FF2B5EF4-FFF2-40B4-BE49-F238E27FC236}">
                <a16:creationId xmlns:a16="http://schemas.microsoft.com/office/drawing/2014/main" id="{FDB9D523-A8B1-7E57-B9B8-76EC5F8F9B4B}"/>
              </a:ext>
            </a:extLst>
          </p:cNvPr>
          <p:cNvSpPr/>
          <p:nvPr/>
        </p:nvSpPr>
        <p:spPr>
          <a:xfrm>
            <a:off x="-7733" y="0"/>
            <a:ext cx="5359836" cy="3615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A33924-5E8E-51AD-4D25-0423F76C9DF1}"/>
              </a:ext>
            </a:extLst>
          </p:cNvPr>
          <p:cNvSpPr/>
          <p:nvPr/>
        </p:nvSpPr>
        <p:spPr>
          <a:xfrm>
            <a:off x="3646745" y="0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FC266698-EDA9-70F7-558C-0B670453760E}"/>
              </a:ext>
            </a:extLst>
          </p:cNvPr>
          <p:cNvCxnSpPr>
            <a:cxnSpLocks/>
            <a:stCxn id="38" idx="4"/>
            <a:endCxn id="282" idx="0"/>
          </p:cNvCxnSpPr>
          <p:nvPr/>
        </p:nvCxnSpPr>
        <p:spPr>
          <a:xfrm>
            <a:off x="3830034" y="342635"/>
            <a:ext cx="444980" cy="4244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395B6F51-74C0-DD16-81A9-E0AE6EF32CED}"/>
              </a:ext>
            </a:extLst>
          </p:cNvPr>
          <p:cNvSpPr/>
          <p:nvPr/>
        </p:nvSpPr>
        <p:spPr>
          <a:xfrm>
            <a:off x="3919027" y="1622937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73AB109-13E2-64F6-E42B-83D7960C7BC8}"/>
              </a:ext>
            </a:extLst>
          </p:cNvPr>
          <p:cNvSpPr/>
          <p:nvPr/>
        </p:nvSpPr>
        <p:spPr>
          <a:xfrm>
            <a:off x="3919027" y="2374556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E402DA39-9BAC-085E-B89D-12D0383DAB20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>
            <a:off x="4275014" y="1947782"/>
            <a:ext cx="0" cy="4267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90208F0F-1824-41EC-79F4-514D42187473}"/>
              </a:ext>
            </a:extLst>
          </p:cNvPr>
          <p:cNvCxnSpPr>
            <a:cxnSpLocks/>
            <a:stCxn id="282" idx="2"/>
            <a:endCxn id="91" idx="2"/>
          </p:cNvCxnSpPr>
          <p:nvPr/>
        </p:nvCxnSpPr>
        <p:spPr>
          <a:xfrm rot="10800000" flipV="1">
            <a:off x="3919027" y="928472"/>
            <a:ext cx="12700" cy="1614881"/>
          </a:xfrm>
          <a:prstGeom prst="bent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B0F14CB5-6261-5D8E-95DA-73942BBBC288}"/>
              </a:ext>
            </a:extLst>
          </p:cNvPr>
          <p:cNvSpPr/>
          <p:nvPr/>
        </p:nvSpPr>
        <p:spPr>
          <a:xfrm>
            <a:off x="3916368" y="3115303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9C0A6D77-A73A-56B1-2988-6BDA110346BA}"/>
              </a:ext>
            </a:extLst>
          </p:cNvPr>
          <p:cNvCxnSpPr>
            <a:cxnSpLocks/>
            <a:stCxn id="91" idx="4"/>
            <a:endCxn id="94" idx="0"/>
          </p:cNvCxnSpPr>
          <p:nvPr/>
        </p:nvCxnSpPr>
        <p:spPr>
          <a:xfrm flipH="1">
            <a:off x="4272355" y="2712152"/>
            <a:ext cx="2659" cy="403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D96EA4E-4CE1-E1D5-83B4-566B614A8EB4}"/>
              </a:ext>
            </a:extLst>
          </p:cNvPr>
          <p:cNvSpPr/>
          <p:nvPr/>
        </p:nvSpPr>
        <p:spPr>
          <a:xfrm>
            <a:off x="3537167" y="1350853"/>
            <a:ext cx="1470380" cy="6657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9CBEFBD-6ACD-7156-1BC8-2E00278B43B8}"/>
              </a:ext>
            </a:extLst>
          </p:cNvPr>
          <p:cNvSpPr/>
          <p:nvPr/>
        </p:nvSpPr>
        <p:spPr>
          <a:xfrm>
            <a:off x="3537165" y="2130709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55D78519-F83A-C566-69B2-C363D28B8A19}"/>
              </a:ext>
            </a:extLst>
          </p:cNvPr>
          <p:cNvSpPr/>
          <p:nvPr/>
        </p:nvSpPr>
        <p:spPr>
          <a:xfrm>
            <a:off x="3535835" y="2877626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F35B9CB8-E05C-BC9F-5495-28576523FA47}"/>
              </a:ext>
            </a:extLst>
          </p:cNvPr>
          <p:cNvSpPr txBox="1"/>
          <p:nvPr/>
        </p:nvSpPr>
        <p:spPr>
          <a:xfrm>
            <a:off x="-2394" y="476019"/>
            <a:ext cx="3621372" cy="265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M, K):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mm1[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Q[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K[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mm1[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xsum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C8557C0E-F2E7-67A6-DAEE-E24E22BEED2B}"/>
              </a:ext>
            </a:extLst>
          </p:cNvPr>
          <p:cNvSpPr/>
          <p:nvPr/>
        </p:nvSpPr>
        <p:spPr>
          <a:xfrm>
            <a:off x="3537166" y="480167"/>
            <a:ext cx="1475697" cy="66034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1185DEC-86C3-1231-EC9E-E98D415D0002}"/>
              </a:ext>
            </a:extLst>
          </p:cNvPr>
          <p:cNvSpPr/>
          <p:nvPr/>
        </p:nvSpPr>
        <p:spPr>
          <a:xfrm>
            <a:off x="4450396" y="0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C3338901-BAF0-E52E-1852-B3539C5A683D}"/>
              </a:ext>
            </a:extLst>
          </p:cNvPr>
          <p:cNvSpPr/>
          <p:nvPr/>
        </p:nvSpPr>
        <p:spPr>
          <a:xfrm>
            <a:off x="3919027" y="767108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6E3FD0A6-14F8-0FB8-3BDD-607B7C0D720C}"/>
              </a:ext>
            </a:extLst>
          </p:cNvPr>
          <p:cNvCxnSpPr>
            <a:cxnSpLocks/>
            <a:stCxn id="279" idx="4"/>
            <a:endCxn id="282" idx="0"/>
          </p:cNvCxnSpPr>
          <p:nvPr/>
        </p:nvCxnSpPr>
        <p:spPr>
          <a:xfrm flipH="1">
            <a:off x="4275014" y="342635"/>
            <a:ext cx="359986" cy="4244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ECED20A5-C3F2-8AD2-51FD-F163E874F3A8}"/>
              </a:ext>
            </a:extLst>
          </p:cNvPr>
          <p:cNvCxnSpPr>
            <a:cxnSpLocks/>
            <a:stCxn id="282" idx="4"/>
            <a:endCxn id="89" idx="0"/>
          </p:cNvCxnSpPr>
          <p:nvPr/>
        </p:nvCxnSpPr>
        <p:spPr>
          <a:xfrm>
            <a:off x="4275014" y="1089838"/>
            <a:ext cx="0" cy="53309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Right Arrow 310">
            <a:extLst>
              <a:ext uri="{FF2B5EF4-FFF2-40B4-BE49-F238E27FC236}">
                <a16:creationId xmlns:a16="http://schemas.microsoft.com/office/drawing/2014/main" id="{7DED497B-3F9E-BE90-C3CC-67F70C14603D}"/>
              </a:ext>
            </a:extLst>
          </p:cNvPr>
          <p:cNvSpPr/>
          <p:nvPr/>
        </p:nvSpPr>
        <p:spPr>
          <a:xfrm>
            <a:off x="5071994" y="1935818"/>
            <a:ext cx="856325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2D7B25D3-824C-6900-F6B4-FDBD7F8EFAE2}"/>
              </a:ext>
            </a:extLst>
          </p:cNvPr>
          <p:cNvSpPr txBox="1"/>
          <p:nvPr/>
        </p:nvSpPr>
        <p:spPr>
          <a:xfrm>
            <a:off x="4974288" y="1619666"/>
            <a:ext cx="99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Tile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DC1CAF25-3918-0CFD-2728-F9181F7138B5}"/>
              </a:ext>
            </a:extLst>
          </p:cNvPr>
          <p:cNvCxnSpPr>
            <a:cxnSpLocks/>
            <a:stCxn id="15" idx="4"/>
            <a:endCxn id="335" idx="0"/>
          </p:cNvCxnSpPr>
          <p:nvPr/>
        </p:nvCxnSpPr>
        <p:spPr>
          <a:xfrm>
            <a:off x="6363873" y="342635"/>
            <a:ext cx="448979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Oval 314">
            <a:extLst>
              <a:ext uri="{FF2B5EF4-FFF2-40B4-BE49-F238E27FC236}">
                <a16:creationId xmlns:a16="http://schemas.microsoft.com/office/drawing/2014/main" id="{4CB33426-A11E-EF4E-B6E1-4037BBF5B48D}"/>
              </a:ext>
            </a:extLst>
          </p:cNvPr>
          <p:cNvSpPr/>
          <p:nvPr/>
        </p:nvSpPr>
        <p:spPr>
          <a:xfrm>
            <a:off x="6456865" y="1620077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CA22FE7E-A604-7833-B90C-A20768EDCE2B}"/>
              </a:ext>
            </a:extLst>
          </p:cNvPr>
          <p:cNvSpPr/>
          <p:nvPr/>
        </p:nvSpPr>
        <p:spPr>
          <a:xfrm>
            <a:off x="6456865" y="2300100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01062254-4FD1-6E27-6F72-9C26D8073D77}"/>
              </a:ext>
            </a:extLst>
          </p:cNvPr>
          <p:cNvCxnSpPr>
            <a:cxnSpLocks/>
            <a:stCxn id="315" idx="4"/>
            <a:endCxn id="316" idx="0"/>
          </p:cNvCxnSpPr>
          <p:nvPr/>
        </p:nvCxnSpPr>
        <p:spPr>
          <a:xfrm>
            <a:off x="6812852" y="1944922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61DBC6D5-BCDC-6656-F44F-B6E5DA5331AD}"/>
              </a:ext>
            </a:extLst>
          </p:cNvPr>
          <p:cNvCxnSpPr>
            <a:cxnSpLocks/>
            <a:stCxn id="335" idx="2"/>
            <a:endCxn id="316" idx="2"/>
          </p:cNvCxnSpPr>
          <p:nvPr/>
        </p:nvCxnSpPr>
        <p:spPr>
          <a:xfrm rot="10800000" flipV="1">
            <a:off x="6456865" y="1058922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Oval 318">
            <a:extLst>
              <a:ext uri="{FF2B5EF4-FFF2-40B4-BE49-F238E27FC236}">
                <a16:creationId xmlns:a16="http://schemas.microsoft.com/office/drawing/2014/main" id="{D2AEB546-463F-DBA8-92F7-543A9E650A47}"/>
              </a:ext>
            </a:extLst>
          </p:cNvPr>
          <p:cNvSpPr/>
          <p:nvPr/>
        </p:nvSpPr>
        <p:spPr>
          <a:xfrm>
            <a:off x="6456865" y="3063810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3BD8218D-6836-EA17-3A7C-97EB3EBFD61F}"/>
              </a:ext>
            </a:extLst>
          </p:cNvPr>
          <p:cNvCxnSpPr>
            <a:cxnSpLocks/>
            <a:stCxn id="316" idx="4"/>
            <a:endCxn id="319" idx="0"/>
          </p:cNvCxnSpPr>
          <p:nvPr/>
        </p:nvCxnSpPr>
        <p:spPr>
          <a:xfrm>
            <a:off x="6812852" y="2637696"/>
            <a:ext cx="0" cy="4261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Rectangle 326">
            <a:extLst>
              <a:ext uri="{FF2B5EF4-FFF2-40B4-BE49-F238E27FC236}">
                <a16:creationId xmlns:a16="http://schemas.microsoft.com/office/drawing/2014/main" id="{F01A8E93-4638-1BFD-DE55-148A00BC15F9}"/>
              </a:ext>
            </a:extLst>
          </p:cNvPr>
          <p:cNvSpPr/>
          <p:nvPr/>
        </p:nvSpPr>
        <p:spPr>
          <a:xfrm>
            <a:off x="6075005" y="1347993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CC51492A-A913-84B6-7941-256DCA6DCAC9}"/>
              </a:ext>
            </a:extLst>
          </p:cNvPr>
          <p:cNvSpPr/>
          <p:nvPr/>
        </p:nvSpPr>
        <p:spPr>
          <a:xfrm>
            <a:off x="6075005" y="2059113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C814C78A-F418-1011-8A48-56BCA735D94B}"/>
              </a:ext>
            </a:extLst>
          </p:cNvPr>
          <p:cNvSpPr/>
          <p:nvPr/>
        </p:nvSpPr>
        <p:spPr>
          <a:xfrm>
            <a:off x="6075005" y="2824328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2DEAEB64-65F9-93DA-B18B-71E03EF51654}"/>
              </a:ext>
            </a:extLst>
          </p:cNvPr>
          <p:cNvSpPr/>
          <p:nvPr/>
        </p:nvSpPr>
        <p:spPr>
          <a:xfrm>
            <a:off x="5826948" y="480167"/>
            <a:ext cx="1989707" cy="78819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by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[N0]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bx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[M0]</a:t>
            </a:r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D4DD002-A4EA-C0CA-CF17-A2194192230E}"/>
              </a:ext>
            </a:extLst>
          </p:cNvPr>
          <p:cNvSpPr/>
          <p:nvPr/>
        </p:nvSpPr>
        <p:spPr>
          <a:xfrm>
            <a:off x="6456865" y="897558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8DAF8CC2-3D64-4E17-5623-5C43B2277F71}"/>
              </a:ext>
            </a:extLst>
          </p:cNvPr>
          <p:cNvCxnSpPr>
            <a:cxnSpLocks/>
            <a:stCxn id="16" idx="4"/>
            <a:endCxn id="335" idx="0"/>
          </p:cNvCxnSpPr>
          <p:nvPr/>
        </p:nvCxnSpPr>
        <p:spPr>
          <a:xfrm flipH="1">
            <a:off x="6812852" y="342635"/>
            <a:ext cx="355987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DD300AB4-A270-9DAC-2C3D-85C386CC4681}"/>
              </a:ext>
            </a:extLst>
          </p:cNvPr>
          <p:cNvCxnSpPr>
            <a:cxnSpLocks/>
            <a:stCxn id="335" idx="4"/>
            <a:endCxn id="315" idx="0"/>
          </p:cNvCxnSpPr>
          <p:nvPr/>
        </p:nvCxnSpPr>
        <p:spPr>
          <a:xfrm>
            <a:off x="6812852" y="1220288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94833E5-D63A-1A15-FEAA-E0CC17CC3786}"/>
              </a:ext>
            </a:extLst>
          </p:cNvPr>
          <p:cNvSpPr/>
          <p:nvPr/>
        </p:nvSpPr>
        <p:spPr>
          <a:xfrm>
            <a:off x="5879479" y="677549"/>
            <a:ext cx="1859974" cy="56541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  <a:p>
            <a:pPr algn="ctr"/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E237F3C-77D2-9FEB-532C-BD3D29DCA4C1}"/>
              </a:ext>
            </a:extLst>
          </p:cNvPr>
          <p:cNvSpPr/>
          <p:nvPr/>
        </p:nvSpPr>
        <p:spPr>
          <a:xfrm>
            <a:off x="6180584" y="0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190D79-D724-C354-F7C5-DC2B33CB844C}"/>
              </a:ext>
            </a:extLst>
          </p:cNvPr>
          <p:cNvSpPr/>
          <p:nvPr/>
        </p:nvSpPr>
        <p:spPr>
          <a:xfrm>
            <a:off x="6984235" y="0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A7992140-AEC7-F5E7-E75F-75A0CA1C206D}"/>
              </a:ext>
            </a:extLst>
          </p:cNvPr>
          <p:cNvSpPr/>
          <p:nvPr/>
        </p:nvSpPr>
        <p:spPr>
          <a:xfrm>
            <a:off x="7721353" y="1944922"/>
            <a:ext cx="856325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D580A2-3AAF-3DF5-85E8-8D6C8E514795}"/>
              </a:ext>
            </a:extLst>
          </p:cNvPr>
          <p:cNvSpPr txBox="1"/>
          <p:nvPr/>
        </p:nvSpPr>
        <p:spPr>
          <a:xfrm>
            <a:off x="7623646" y="1628770"/>
            <a:ext cx="10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RCA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dirty="0"/>
              <a:t> 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9EA268-FF70-207E-B80F-895E1B7AB9C8}"/>
              </a:ext>
            </a:extLst>
          </p:cNvPr>
          <p:cNvCxnSpPr>
            <a:cxnSpLocks/>
            <a:stCxn id="45" idx="4"/>
            <a:endCxn id="41" idx="0"/>
          </p:cNvCxnSpPr>
          <p:nvPr/>
        </p:nvCxnSpPr>
        <p:spPr>
          <a:xfrm>
            <a:off x="9170206" y="342635"/>
            <a:ext cx="448979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B3EB61DD-E58E-A488-929B-862BA6903960}"/>
              </a:ext>
            </a:extLst>
          </p:cNvPr>
          <p:cNvSpPr/>
          <p:nvPr/>
        </p:nvSpPr>
        <p:spPr>
          <a:xfrm>
            <a:off x="9263198" y="1620077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6695FC3-0EFB-BDD0-44B5-CD36F5CA3BBA}"/>
              </a:ext>
            </a:extLst>
          </p:cNvPr>
          <p:cNvSpPr/>
          <p:nvPr/>
        </p:nvSpPr>
        <p:spPr>
          <a:xfrm>
            <a:off x="9263198" y="2300100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F4EB0D8-6FEC-22B3-DF2F-68918DB51CF2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9619185" y="1944922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21A1769E-6656-A6E2-2F31-E96CD1E4BC8D}"/>
              </a:ext>
            </a:extLst>
          </p:cNvPr>
          <p:cNvCxnSpPr>
            <a:cxnSpLocks/>
            <a:stCxn id="41" idx="2"/>
            <a:endCxn id="31" idx="2"/>
          </p:cNvCxnSpPr>
          <p:nvPr/>
        </p:nvCxnSpPr>
        <p:spPr>
          <a:xfrm rot="10800000" flipV="1">
            <a:off x="9263198" y="1058922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BE7C9BE-9FF4-458D-EC8F-D7DD9C8A73E2}"/>
              </a:ext>
            </a:extLst>
          </p:cNvPr>
          <p:cNvSpPr/>
          <p:nvPr/>
        </p:nvSpPr>
        <p:spPr>
          <a:xfrm>
            <a:off x="9263198" y="3063810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B38B39A-8AE2-5B09-9E2C-F7C490CB1827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>
            <a:off x="9619185" y="2637696"/>
            <a:ext cx="0" cy="4261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1D4E15B0-EA6A-E7C9-19DA-F31ADB4FAA68}"/>
              </a:ext>
            </a:extLst>
          </p:cNvPr>
          <p:cNvSpPr/>
          <p:nvPr/>
        </p:nvSpPr>
        <p:spPr>
          <a:xfrm>
            <a:off x="8881338" y="1347993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89ECB38-A64F-AEFE-F10E-8EA436EEC7B2}"/>
              </a:ext>
            </a:extLst>
          </p:cNvPr>
          <p:cNvSpPr/>
          <p:nvPr/>
        </p:nvSpPr>
        <p:spPr>
          <a:xfrm>
            <a:off x="8881338" y="2059113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D6FB2D-E654-6E6B-5F74-CE49153B501B}"/>
              </a:ext>
            </a:extLst>
          </p:cNvPr>
          <p:cNvSpPr/>
          <p:nvPr/>
        </p:nvSpPr>
        <p:spPr>
          <a:xfrm>
            <a:off x="8881338" y="2824328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7992D47-92A0-AE3E-B24E-8B16875EFFC6}"/>
              </a:ext>
            </a:extLst>
          </p:cNvPr>
          <p:cNvSpPr/>
          <p:nvPr/>
        </p:nvSpPr>
        <p:spPr>
          <a:xfrm>
            <a:off x="8633281" y="480167"/>
            <a:ext cx="1989707" cy="153825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i0[N0]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j0[M0]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713E1ED-80EE-5E4D-CB95-A65D6A3C3DA3}"/>
              </a:ext>
            </a:extLst>
          </p:cNvPr>
          <p:cNvSpPr/>
          <p:nvPr/>
        </p:nvSpPr>
        <p:spPr>
          <a:xfrm>
            <a:off x="9263198" y="897558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79B6DD-1757-F7EF-1BF6-A0ABA484F42F}"/>
              </a:ext>
            </a:extLst>
          </p:cNvPr>
          <p:cNvCxnSpPr>
            <a:cxnSpLocks/>
            <a:stCxn id="46" idx="4"/>
            <a:endCxn id="41" idx="0"/>
          </p:cNvCxnSpPr>
          <p:nvPr/>
        </p:nvCxnSpPr>
        <p:spPr>
          <a:xfrm flipH="1">
            <a:off x="9619185" y="342635"/>
            <a:ext cx="355987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458A62D-6B4C-69F8-902A-093E2812F0D9}"/>
              </a:ext>
            </a:extLst>
          </p:cNvPr>
          <p:cNvCxnSpPr>
            <a:cxnSpLocks/>
            <a:stCxn id="41" idx="4"/>
            <a:endCxn id="30" idx="0"/>
          </p:cNvCxnSpPr>
          <p:nvPr/>
        </p:nvCxnSpPr>
        <p:spPr>
          <a:xfrm>
            <a:off x="9619185" y="1220288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5654ADAF-9A91-D066-2B45-6B02C81B7A40}"/>
              </a:ext>
            </a:extLst>
          </p:cNvPr>
          <p:cNvSpPr/>
          <p:nvPr/>
        </p:nvSpPr>
        <p:spPr>
          <a:xfrm>
            <a:off x="8685812" y="677549"/>
            <a:ext cx="1859974" cy="56541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  <a:p>
            <a:pPr algn="ctr"/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5514C85-113C-17FC-06DE-86A89F154D97}"/>
              </a:ext>
            </a:extLst>
          </p:cNvPr>
          <p:cNvSpPr/>
          <p:nvPr/>
        </p:nvSpPr>
        <p:spPr>
          <a:xfrm>
            <a:off x="8986917" y="0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8624A79-F14A-1CEC-0A4A-2C1DF5421A24}"/>
              </a:ext>
            </a:extLst>
          </p:cNvPr>
          <p:cNvSpPr/>
          <p:nvPr/>
        </p:nvSpPr>
        <p:spPr>
          <a:xfrm>
            <a:off x="9790568" y="0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EB9BDD1-FD16-A55F-92E6-87AD8B000772}"/>
              </a:ext>
            </a:extLst>
          </p:cNvPr>
          <p:cNvCxnSpPr>
            <a:cxnSpLocks/>
            <a:stCxn id="62" idx="4"/>
            <a:endCxn id="58" idx="0"/>
          </p:cNvCxnSpPr>
          <p:nvPr/>
        </p:nvCxnSpPr>
        <p:spPr>
          <a:xfrm>
            <a:off x="12156934" y="336179"/>
            <a:ext cx="448979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0E6AD718-871E-5636-EBA6-E60467C2DC62}"/>
              </a:ext>
            </a:extLst>
          </p:cNvPr>
          <p:cNvSpPr/>
          <p:nvPr/>
        </p:nvSpPr>
        <p:spPr>
          <a:xfrm>
            <a:off x="12249926" y="1613621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F00EAA5-8283-AE04-7335-D496A16AD95B}"/>
              </a:ext>
            </a:extLst>
          </p:cNvPr>
          <p:cNvSpPr/>
          <p:nvPr/>
        </p:nvSpPr>
        <p:spPr>
          <a:xfrm>
            <a:off x="12249926" y="2293644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463637C-C81A-3632-5AA1-4DADE1F65C2D}"/>
              </a:ext>
            </a:extLst>
          </p:cNvPr>
          <p:cNvCxnSpPr>
            <a:cxnSpLocks/>
            <a:stCxn id="48" idx="4"/>
            <a:endCxn id="49" idx="0"/>
          </p:cNvCxnSpPr>
          <p:nvPr/>
        </p:nvCxnSpPr>
        <p:spPr>
          <a:xfrm>
            <a:off x="12605913" y="1938466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0F52A874-A43E-5077-3B91-52FEA644921E}"/>
              </a:ext>
            </a:extLst>
          </p:cNvPr>
          <p:cNvCxnSpPr>
            <a:cxnSpLocks/>
            <a:stCxn id="58" idx="2"/>
            <a:endCxn id="49" idx="2"/>
          </p:cNvCxnSpPr>
          <p:nvPr/>
        </p:nvCxnSpPr>
        <p:spPr>
          <a:xfrm rot="10800000" flipV="1">
            <a:off x="12249926" y="1052466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AA5312EC-C643-5A57-46DA-6A81B154001B}"/>
              </a:ext>
            </a:extLst>
          </p:cNvPr>
          <p:cNvSpPr/>
          <p:nvPr/>
        </p:nvSpPr>
        <p:spPr>
          <a:xfrm>
            <a:off x="12160635" y="3063292"/>
            <a:ext cx="896577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sum’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BCBAAB3-A181-724F-F52C-1AD0944B8FB1}"/>
              </a:ext>
            </a:extLst>
          </p:cNvPr>
          <p:cNvCxnSpPr>
            <a:cxnSpLocks/>
            <a:stCxn id="49" idx="4"/>
            <a:endCxn id="52" idx="0"/>
          </p:cNvCxnSpPr>
          <p:nvPr/>
        </p:nvCxnSpPr>
        <p:spPr>
          <a:xfrm>
            <a:off x="12605913" y="2631240"/>
            <a:ext cx="3011" cy="4320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5F70D124-56B0-3A7F-81E5-6EE9E9932E78}"/>
              </a:ext>
            </a:extLst>
          </p:cNvPr>
          <p:cNvSpPr/>
          <p:nvPr/>
        </p:nvSpPr>
        <p:spPr>
          <a:xfrm>
            <a:off x="11868066" y="1341537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E2052AD-1F7A-58F0-142A-4A7EAC9DFED1}"/>
              </a:ext>
            </a:extLst>
          </p:cNvPr>
          <p:cNvSpPr/>
          <p:nvPr/>
        </p:nvSpPr>
        <p:spPr>
          <a:xfrm>
            <a:off x="11868066" y="2052657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302FB78-045A-8A6A-CB90-AADA41A23BFB}"/>
              </a:ext>
            </a:extLst>
          </p:cNvPr>
          <p:cNvSpPr/>
          <p:nvPr/>
        </p:nvSpPr>
        <p:spPr>
          <a:xfrm>
            <a:off x="11868066" y="2817872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39D5F5B-1040-8F33-0C87-C9CDFCD44E5F}"/>
              </a:ext>
            </a:extLst>
          </p:cNvPr>
          <p:cNvSpPr/>
          <p:nvPr/>
        </p:nvSpPr>
        <p:spPr>
          <a:xfrm>
            <a:off x="11620009" y="473711"/>
            <a:ext cx="1989707" cy="30235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i0[N0]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j0[M0]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587FDC9-B638-E4F5-C760-A60B7AE6E3AA}"/>
              </a:ext>
            </a:extLst>
          </p:cNvPr>
          <p:cNvSpPr/>
          <p:nvPr/>
        </p:nvSpPr>
        <p:spPr>
          <a:xfrm>
            <a:off x="12249926" y="891102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F8E0580-FF7F-8209-6964-655BC906CF0E}"/>
              </a:ext>
            </a:extLst>
          </p:cNvPr>
          <p:cNvCxnSpPr>
            <a:cxnSpLocks/>
            <a:stCxn id="63" idx="4"/>
            <a:endCxn id="58" idx="0"/>
          </p:cNvCxnSpPr>
          <p:nvPr/>
        </p:nvCxnSpPr>
        <p:spPr>
          <a:xfrm flipH="1">
            <a:off x="12605913" y="336179"/>
            <a:ext cx="355987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E87C417-38A6-B61D-5099-96810C4E6185}"/>
              </a:ext>
            </a:extLst>
          </p:cNvPr>
          <p:cNvCxnSpPr>
            <a:cxnSpLocks/>
            <a:stCxn id="58" idx="4"/>
            <a:endCxn id="48" idx="0"/>
          </p:cNvCxnSpPr>
          <p:nvPr/>
        </p:nvCxnSpPr>
        <p:spPr>
          <a:xfrm>
            <a:off x="12605913" y="1213832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CD5B3DB2-3EBD-EC4D-D0C9-CC3BC9C1BD18}"/>
              </a:ext>
            </a:extLst>
          </p:cNvPr>
          <p:cNvSpPr/>
          <p:nvPr/>
        </p:nvSpPr>
        <p:spPr>
          <a:xfrm>
            <a:off x="11672540" y="671093"/>
            <a:ext cx="1859974" cy="56541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  <a:p>
            <a:pPr algn="ctr"/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B32F9D1-C609-2722-0E0F-D846E9B68798}"/>
              </a:ext>
            </a:extLst>
          </p:cNvPr>
          <p:cNvSpPr/>
          <p:nvPr/>
        </p:nvSpPr>
        <p:spPr>
          <a:xfrm>
            <a:off x="11973645" y="-6456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A37CB75-6051-CF88-A18C-CAAFF2E55B30}"/>
              </a:ext>
            </a:extLst>
          </p:cNvPr>
          <p:cNvSpPr/>
          <p:nvPr/>
        </p:nvSpPr>
        <p:spPr>
          <a:xfrm>
            <a:off x="12777296" y="-6456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EB6A987D-370E-2425-295C-FFA588094247}"/>
              </a:ext>
            </a:extLst>
          </p:cNvPr>
          <p:cNvSpPr/>
          <p:nvPr/>
        </p:nvSpPr>
        <p:spPr>
          <a:xfrm>
            <a:off x="10688862" y="1944922"/>
            <a:ext cx="856325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5A01F2-6973-A2F6-00BA-7A1FE5429E17}"/>
              </a:ext>
            </a:extLst>
          </p:cNvPr>
          <p:cNvSpPr txBox="1"/>
          <p:nvPr/>
        </p:nvSpPr>
        <p:spPr>
          <a:xfrm>
            <a:off x="10591155" y="1628770"/>
            <a:ext cx="10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3AA39602-EEDB-685E-8015-FE3493FAD664}"/>
              </a:ext>
            </a:extLst>
          </p:cNvPr>
          <p:cNvSpPr/>
          <p:nvPr/>
        </p:nvSpPr>
        <p:spPr>
          <a:xfrm>
            <a:off x="13720306" y="1944922"/>
            <a:ext cx="392939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F77EE4D-8E62-7602-BD69-9075CE5297F1}"/>
              </a:ext>
            </a:extLst>
          </p:cNvPr>
          <p:cNvSpPr txBox="1"/>
          <p:nvPr/>
        </p:nvSpPr>
        <p:spPr>
          <a:xfrm>
            <a:off x="13627493" y="1620077"/>
            <a:ext cx="612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00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0424B-00BB-6125-A7CE-ABDB8F77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70">
            <a:extLst>
              <a:ext uri="{FF2B5EF4-FFF2-40B4-BE49-F238E27FC236}">
                <a16:creationId xmlns:a16="http://schemas.microsoft.com/office/drawing/2014/main" id="{29C1DEC0-DEEB-339C-7086-B8B31444F867}"/>
              </a:ext>
            </a:extLst>
          </p:cNvPr>
          <p:cNvSpPr/>
          <p:nvPr/>
        </p:nvSpPr>
        <p:spPr>
          <a:xfrm>
            <a:off x="-7733" y="0"/>
            <a:ext cx="5359836" cy="3615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32C5E78-10AF-C6E2-E1FF-71D5FDC26B5B}"/>
              </a:ext>
            </a:extLst>
          </p:cNvPr>
          <p:cNvSpPr/>
          <p:nvPr/>
        </p:nvSpPr>
        <p:spPr>
          <a:xfrm>
            <a:off x="3646745" y="0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F57794A-3D9B-C64E-F87C-38A8A3D65D0D}"/>
              </a:ext>
            </a:extLst>
          </p:cNvPr>
          <p:cNvCxnSpPr>
            <a:cxnSpLocks/>
            <a:stCxn id="38" idx="4"/>
            <a:endCxn id="282" idx="0"/>
          </p:cNvCxnSpPr>
          <p:nvPr/>
        </p:nvCxnSpPr>
        <p:spPr>
          <a:xfrm>
            <a:off x="3830034" y="342635"/>
            <a:ext cx="444980" cy="4244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E827392D-4EE9-FE10-75F4-10AD5AC3C510}"/>
              </a:ext>
            </a:extLst>
          </p:cNvPr>
          <p:cNvSpPr/>
          <p:nvPr/>
        </p:nvSpPr>
        <p:spPr>
          <a:xfrm>
            <a:off x="3919027" y="1622937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F1F10C3-76FD-ACBC-A1AA-19A7C85CBF49}"/>
              </a:ext>
            </a:extLst>
          </p:cNvPr>
          <p:cNvSpPr/>
          <p:nvPr/>
        </p:nvSpPr>
        <p:spPr>
          <a:xfrm>
            <a:off x="3919027" y="2374556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A1558E49-FEDB-3A64-6D49-E0DAB8254791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>
            <a:off x="4275014" y="1947782"/>
            <a:ext cx="0" cy="42677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D1AAAFFA-EEF5-AFC2-1BC7-669DFDF98C7C}"/>
              </a:ext>
            </a:extLst>
          </p:cNvPr>
          <p:cNvCxnSpPr>
            <a:cxnSpLocks/>
            <a:stCxn id="282" idx="2"/>
            <a:endCxn id="91" idx="2"/>
          </p:cNvCxnSpPr>
          <p:nvPr/>
        </p:nvCxnSpPr>
        <p:spPr>
          <a:xfrm rot="10800000" flipV="1">
            <a:off x="3919027" y="928472"/>
            <a:ext cx="12700" cy="1614881"/>
          </a:xfrm>
          <a:prstGeom prst="bent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FB134BA1-122B-8940-7452-AA125103B88D}"/>
              </a:ext>
            </a:extLst>
          </p:cNvPr>
          <p:cNvSpPr/>
          <p:nvPr/>
        </p:nvSpPr>
        <p:spPr>
          <a:xfrm>
            <a:off x="3916368" y="3115303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8EE7083-D381-0E07-3669-3F4F5D4D689A}"/>
              </a:ext>
            </a:extLst>
          </p:cNvPr>
          <p:cNvCxnSpPr>
            <a:cxnSpLocks/>
            <a:stCxn id="91" idx="4"/>
            <a:endCxn id="94" idx="0"/>
          </p:cNvCxnSpPr>
          <p:nvPr/>
        </p:nvCxnSpPr>
        <p:spPr>
          <a:xfrm flipH="1">
            <a:off x="4272355" y="2712152"/>
            <a:ext cx="2659" cy="4031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B04E28F-F8D4-2C1D-1849-EBAA11FBAB12}"/>
              </a:ext>
            </a:extLst>
          </p:cNvPr>
          <p:cNvSpPr/>
          <p:nvPr/>
        </p:nvSpPr>
        <p:spPr>
          <a:xfrm>
            <a:off x="3537167" y="1350853"/>
            <a:ext cx="1470380" cy="665763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FDC64B1-DAF3-1DAC-507E-88B8BC5AFC67}"/>
              </a:ext>
            </a:extLst>
          </p:cNvPr>
          <p:cNvSpPr/>
          <p:nvPr/>
        </p:nvSpPr>
        <p:spPr>
          <a:xfrm>
            <a:off x="3537165" y="2130709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1045322-6826-B256-A61D-B48362FD4859}"/>
              </a:ext>
            </a:extLst>
          </p:cNvPr>
          <p:cNvSpPr/>
          <p:nvPr/>
        </p:nvSpPr>
        <p:spPr>
          <a:xfrm>
            <a:off x="3535835" y="2877626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477ABFD-27D9-18DD-A164-7FA2C2DD2779}"/>
              </a:ext>
            </a:extLst>
          </p:cNvPr>
          <p:cNvSpPr txBox="1"/>
          <p:nvPr/>
        </p:nvSpPr>
        <p:spPr>
          <a:xfrm>
            <a:off x="-2394" y="476019"/>
            <a:ext cx="3621372" cy="265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M, K):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mm1[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Q[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K[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mm1[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  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xsum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39523AEE-2CBC-AE2D-28AF-05A3B69AD7F5}"/>
              </a:ext>
            </a:extLst>
          </p:cNvPr>
          <p:cNvSpPr/>
          <p:nvPr/>
        </p:nvSpPr>
        <p:spPr>
          <a:xfrm>
            <a:off x="3537166" y="480167"/>
            <a:ext cx="1475697" cy="66034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90A1E6AD-C097-8CD6-FAC7-83DD63495F36}"/>
              </a:ext>
            </a:extLst>
          </p:cNvPr>
          <p:cNvSpPr/>
          <p:nvPr/>
        </p:nvSpPr>
        <p:spPr>
          <a:xfrm>
            <a:off x="4450396" y="0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BA63FD4F-3FFD-5F85-DFB1-20A85DFB8DEC}"/>
              </a:ext>
            </a:extLst>
          </p:cNvPr>
          <p:cNvSpPr/>
          <p:nvPr/>
        </p:nvSpPr>
        <p:spPr>
          <a:xfrm>
            <a:off x="3919027" y="767108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4579D9BE-3306-244E-3C1E-B69ADCE8CA25}"/>
              </a:ext>
            </a:extLst>
          </p:cNvPr>
          <p:cNvCxnSpPr>
            <a:cxnSpLocks/>
            <a:stCxn id="279" idx="4"/>
            <a:endCxn id="282" idx="0"/>
          </p:cNvCxnSpPr>
          <p:nvPr/>
        </p:nvCxnSpPr>
        <p:spPr>
          <a:xfrm flipH="1">
            <a:off x="4275014" y="342635"/>
            <a:ext cx="359986" cy="4244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AD25B66A-69E0-8909-0C96-BA0EDD6CD794}"/>
              </a:ext>
            </a:extLst>
          </p:cNvPr>
          <p:cNvCxnSpPr>
            <a:cxnSpLocks/>
            <a:stCxn id="282" idx="4"/>
            <a:endCxn id="89" idx="0"/>
          </p:cNvCxnSpPr>
          <p:nvPr/>
        </p:nvCxnSpPr>
        <p:spPr>
          <a:xfrm>
            <a:off x="4275014" y="1089838"/>
            <a:ext cx="0" cy="53309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Right Arrow 310">
            <a:extLst>
              <a:ext uri="{FF2B5EF4-FFF2-40B4-BE49-F238E27FC236}">
                <a16:creationId xmlns:a16="http://schemas.microsoft.com/office/drawing/2014/main" id="{48137B3D-7C6E-8EC6-2D35-909FCCB9960D}"/>
              </a:ext>
            </a:extLst>
          </p:cNvPr>
          <p:cNvSpPr/>
          <p:nvPr/>
        </p:nvSpPr>
        <p:spPr>
          <a:xfrm>
            <a:off x="5071994" y="1935818"/>
            <a:ext cx="856325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A2D556AA-F4E5-EDAA-032C-FE502E1CC39C}"/>
              </a:ext>
            </a:extLst>
          </p:cNvPr>
          <p:cNvSpPr txBox="1"/>
          <p:nvPr/>
        </p:nvSpPr>
        <p:spPr>
          <a:xfrm>
            <a:off x="4974288" y="1619666"/>
            <a:ext cx="99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Tile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4ACFAA95-3ACF-74C1-1E0A-6E14B748E53B}"/>
              </a:ext>
            </a:extLst>
          </p:cNvPr>
          <p:cNvCxnSpPr>
            <a:cxnSpLocks/>
            <a:stCxn id="15" idx="4"/>
            <a:endCxn id="335" idx="0"/>
          </p:cNvCxnSpPr>
          <p:nvPr/>
        </p:nvCxnSpPr>
        <p:spPr>
          <a:xfrm>
            <a:off x="6363873" y="342635"/>
            <a:ext cx="448979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Oval 314">
            <a:extLst>
              <a:ext uri="{FF2B5EF4-FFF2-40B4-BE49-F238E27FC236}">
                <a16:creationId xmlns:a16="http://schemas.microsoft.com/office/drawing/2014/main" id="{9EA5AD8C-548B-7CD1-0689-0637261D2865}"/>
              </a:ext>
            </a:extLst>
          </p:cNvPr>
          <p:cNvSpPr/>
          <p:nvPr/>
        </p:nvSpPr>
        <p:spPr>
          <a:xfrm>
            <a:off x="6456865" y="1620077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7D04DB1B-5696-6CB2-78B4-47465C80285F}"/>
              </a:ext>
            </a:extLst>
          </p:cNvPr>
          <p:cNvSpPr/>
          <p:nvPr/>
        </p:nvSpPr>
        <p:spPr>
          <a:xfrm>
            <a:off x="6456865" y="2300100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24F2AD8D-D2C2-A4E5-3F42-8275E28BF3CA}"/>
              </a:ext>
            </a:extLst>
          </p:cNvPr>
          <p:cNvCxnSpPr>
            <a:cxnSpLocks/>
            <a:stCxn id="315" idx="4"/>
            <a:endCxn id="316" idx="0"/>
          </p:cNvCxnSpPr>
          <p:nvPr/>
        </p:nvCxnSpPr>
        <p:spPr>
          <a:xfrm>
            <a:off x="6812852" y="1944922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8C08D551-2932-3F79-98A4-BAA75788FACE}"/>
              </a:ext>
            </a:extLst>
          </p:cNvPr>
          <p:cNvCxnSpPr>
            <a:cxnSpLocks/>
            <a:stCxn id="335" idx="2"/>
            <a:endCxn id="316" idx="2"/>
          </p:cNvCxnSpPr>
          <p:nvPr/>
        </p:nvCxnSpPr>
        <p:spPr>
          <a:xfrm rot="10800000" flipV="1">
            <a:off x="6456865" y="1058922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Oval 318">
            <a:extLst>
              <a:ext uri="{FF2B5EF4-FFF2-40B4-BE49-F238E27FC236}">
                <a16:creationId xmlns:a16="http://schemas.microsoft.com/office/drawing/2014/main" id="{73B5FCE3-6BB4-6285-3A65-B882EB84037B}"/>
              </a:ext>
            </a:extLst>
          </p:cNvPr>
          <p:cNvSpPr/>
          <p:nvPr/>
        </p:nvSpPr>
        <p:spPr>
          <a:xfrm>
            <a:off x="6456865" y="3063810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3599FBE9-7AD8-814D-FCDF-45AB03C1DC06}"/>
              </a:ext>
            </a:extLst>
          </p:cNvPr>
          <p:cNvCxnSpPr>
            <a:cxnSpLocks/>
            <a:stCxn id="316" idx="4"/>
            <a:endCxn id="319" idx="0"/>
          </p:cNvCxnSpPr>
          <p:nvPr/>
        </p:nvCxnSpPr>
        <p:spPr>
          <a:xfrm>
            <a:off x="6812852" y="2637696"/>
            <a:ext cx="0" cy="4261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Rectangle 326">
            <a:extLst>
              <a:ext uri="{FF2B5EF4-FFF2-40B4-BE49-F238E27FC236}">
                <a16:creationId xmlns:a16="http://schemas.microsoft.com/office/drawing/2014/main" id="{2B07E313-D78C-4A16-CB40-EB9C5CA5EBCF}"/>
              </a:ext>
            </a:extLst>
          </p:cNvPr>
          <p:cNvSpPr/>
          <p:nvPr/>
        </p:nvSpPr>
        <p:spPr>
          <a:xfrm>
            <a:off x="6075005" y="1347993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2872427E-BFA0-EB21-D18A-04E6EDD92682}"/>
              </a:ext>
            </a:extLst>
          </p:cNvPr>
          <p:cNvSpPr/>
          <p:nvPr/>
        </p:nvSpPr>
        <p:spPr>
          <a:xfrm>
            <a:off x="6075005" y="2059113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AA4DCBAC-9B88-6418-1565-5574B207EAF3}"/>
              </a:ext>
            </a:extLst>
          </p:cNvPr>
          <p:cNvSpPr/>
          <p:nvPr/>
        </p:nvSpPr>
        <p:spPr>
          <a:xfrm>
            <a:off x="6075005" y="2824328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0ABD205A-5560-8D4A-1FB3-F69A1295562C}"/>
              </a:ext>
            </a:extLst>
          </p:cNvPr>
          <p:cNvSpPr/>
          <p:nvPr/>
        </p:nvSpPr>
        <p:spPr>
          <a:xfrm>
            <a:off x="5826948" y="480167"/>
            <a:ext cx="1989707" cy="78819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by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[N0]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bx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[M0]</a:t>
            </a:r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5FD32D46-E3E3-4EAA-21C5-1B829647E753}"/>
              </a:ext>
            </a:extLst>
          </p:cNvPr>
          <p:cNvSpPr/>
          <p:nvPr/>
        </p:nvSpPr>
        <p:spPr>
          <a:xfrm>
            <a:off x="6456865" y="897558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C727B17E-7D3D-F924-BFC6-EAA839D971B2}"/>
              </a:ext>
            </a:extLst>
          </p:cNvPr>
          <p:cNvCxnSpPr>
            <a:cxnSpLocks/>
            <a:stCxn id="16" idx="4"/>
            <a:endCxn id="335" idx="0"/>
          </p:cNvCxnSpPr>
          <p:nvPr/>
        </p:nvCxnSpPr>
        <p:spPr>
          <a:xfrm flipH="1">
            <a:off x="6812852" y="342635"/>
            <a:ext cx="355987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E2F8C39A-FEDA-2E32-E2AB-B5C1D8A40B1E}"/>
              </a:ext>
            </a:extLst>
          </p:cNvPr>
          <p:cNvCxnSpPr>
            <a:cxnSpLocks/>
            <a:stCxn id="335" idx="4"/>
            <a:endCxn id="315" idx="0"/>
          </p:cNvCxnSpPr>
          <p:nvPr/>
        </p:nvCxnSpPr>
        <p:spPr>
          <a:xfrm>
            <a:off x="6812852" y="1220288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FE7886B-F0F4-460F-CD91-E8A508E8E6C3}"/>
              </a:ext>
            </a:extLst>
          </p:cNvPr>
          <p:cNvSpPr/>
          <p:nvPr/>
        </p:nvSpPr>
        <p:spPr>
          <a:xfrm>
            <a:off x="5879479" y="677549"/>
            <a:ext cx="1859974" cy="56541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  <a:p>
            <a:pPr algn="ctr"/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C159B41-1634-88C3-4CBB-D63B4C1A358F}"/>
              </a:ext>
            </a:extLst>
          </p:cNvPr>
          <p:cNvSpPr/>
          <p:nvPr/>
        </p:nvSpPr>
        <p:spPr>
          <a:xfrm>
            <a:off x="6180584" y="0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7B4C8D-0452-2046-C265-BC529C75DAAE}"/>
              </a:ext>
            </a:extLst>
          </p:cNvPr>
          <p:cNvSpPr/>
          <p:nvPr/>
        </p:nvSpPr>
        <p:spPr>
          <a:xfrm>
            <a:off x="6984235" y="0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CBA2F2CE-5C46-2FAA-0ACB-D783D1AEC940}"/>
              </a:ext>
            </a:extLst>
          </p:cNvPr>
          <p:cNvSpPr/>
          <p:nvPr/>
        </p:nvSpPr>
        <p:spPr>
          <a:xfrm>
            <a:off x="7721353" y="1944922"/>
            <a:ext cx="856325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77CB12-EB2C-AC2D-A132-F72D08D347BA}"/>
              </a:ext>
            </a:extLst>
          </p:cNvPr>
          <p:cNvSpPr txBox="1"/>
          <p:nvPr/>
        </p:nvSpPr>
        <p:spPr>
          <a:xfrm>
            <a:off x="7623646" y="1628770"/>
            <a:ext cx="10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RCA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dirty="0"/>
              <a:t> 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81F2B8-1662-EE92-EFEA-1C52E3C30D65}"/>
              </a:ext>
            </a:extLst>
          </p:cNvPr>
          <p:cNvCxnSpPr>
            <a:cxnSpLocks/>
            <a:stCxn id="45" idx="4"/>
            <a:endCxn id="41" idx="0"/>
          </p:cNvCxnSpPr>
          <p:nvPr/>
        </p:nvCxnSpPr>
        <p:spPr>
          <a:xfrm>
            <a:off x="9170206" y="342635"/>
            <a:ext cx="448979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EF8D0104-2F52-2CE7-19DD-636CAA60FFD1}"/>
              </a:ext>
            </a:extLst>
          </p:cNvPr>
          <p:cNvSpPr/>
          <p:nvPr/>
        </p:nvSpPr>
        <p:spPr>
          <a:xfrm>
            <a:off x="9263198" y="1620077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C8951A1-FFB6-AFCC-0701-EF6569FB031C}"/>
              </a:ext>
            </a:extLst>
          </p:cNvPr>
          <p:cNvSpPr/>
          <p:nvPr/>
        </p:nvSpPr>
        <p:spPr>
          <a:xfrm>
            <a:off x="9263198" y="2300100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2162EDE-3162-C14E-BD9E-C46EA33FA3FE}"/>
              </a:ext>
            </a:extLst>
          </p:cNvPr>
          <p:cNvCxnSpPr>
            <a:cxnSpLocks/>
            <a:stCxn id="30" idx="4"/>
            <a:endCxn id="31" idx="0"/>
          </p:cNvCxnSpPr>
          <p:nvPr/>
        </p:nvCxnSpPr>
        <p:spPr>
          <a:xfrm>
            <a:off x="9619185" y="1944922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9F647CA8-58C9-0C37-6B88-904190FF4286}"/>
              </a:ext>
            </a:extLst>
          </p:cNvPr>
          <p:cNvCxnSpPr>
            <a:cxnSpLocks/>
            <a:stCxn id="41" idx="2"/>
            <a:endCxn id="31" idx="2"/>
          </p:cNvCxnSpPr>
          <p:nvPr/>
        </p:nvCxnSpPr>
        <p:spPr>
          <a:xfrm rot="10800000" flipV="1">
            <a:off x="9263198" y="1058922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DFD312AD-0B6A-6D9B-6D70-402642C6F0D8}"/>
              </a:ext>
            </a:extLst>
          </p:cNvPr>
          <p:cNvSpPr/>
          <p:nvPr/>
        </p:nvSpPr>
        <p:spPr>
          <a:xfrm>
            <a:off x="9263198" y="3063810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9F5A4D-CFDC-78EA-D516-3A247A87F5E1}"/>
              </a:ext>
            </a:extLst>
          </p:cNvPr>
          <p:cNvCxnSpPr>
            <a:cxnSpLocks/>
            <a:stCxn id="31" idx="4"/>
            <a:endCxn id="34" idx="0"/>
          </p:cNvCxnSpPr>
          <p:nvPr/>
        </p:nvCxnSpPr>
        <p:spPr>
          <a:xfrm>
            <a:off x="9619185" y="2637696"/>
            <a:ext cx="0" cy="4261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D0254D5E-3CBE-A510-3237-415C64DF9C9C}"/>
              </a:ext>
            </a:extLst>
          </p:cNvPr>
          <p:cNvSpPr/>
          <p:nvPr/>
        </p:nvSpPr>
        <p:spPr>
          <a:xfrm>
            <a:off x="8881338" y="1347993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703B7E-25BC-314B-FEC1-50A3B18BD263}"/>
              </a:ext>
            </a:extLst>
          </p:cNvPr>
          <p:cNvSpPr/>
          <p:nvPr/>
        </p:nvSpPr>
        <p:spPr>
          <a:xfrm>
            <a:off x="8881338" y="2059113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CBF7A5-1713-FD72-CF54-EB3EC2762B73}"/>
              </a:ext>
            </a:extLst>
          </p:cNvPr>
          <p:cNvSpPr/>
          <p:nvPr/>
        </p:nvSpPr>
        <p:spPr>
          <a:xfrm>
            <a:off x="8881338" y="2824328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95A5DF-F6F0-B703-5C9E-90E94C1DEEEA}"/>
              </a:ext>
            </a:extLst>
          </p:cNvPr>
          <p:cNvSpPr/>
          <p:nvPr/>
        </p:nvSpPr>
        <p:spPr>
          <a:xfrm>
            <a:off x="8633281" y="480167"/>
            <a:ext cx="1989707" cy="153825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i0[N0]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j0[M0]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6AC5866-E11B-7D65-F059-12E509BB795A}"/>
              </a:ext>
            </a:extLst>
          </p:cNvPr>
          <p:cNvSpPr/>
          <p:nvPr/>
        </p:nvSpPr>
        <p:spPr>
          <a:xfrm>
            <a:off x="9263198" y="897558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183469B-0048-3B89-EB0A-5D2292159387}"/>
              </a:ext>
            </a:extLst>
          </p:cNvPr>
          <p:cNvCxnSpPr>
            <a:cxnSpLocks/>
            <a:stCxn id="46" idx="4"/>
            <a:endCxn id="41" idx="0"/>
          </p:cNvCxnSpPr>
          <p:nvPr/>
        </p:nvCxnSpPr>
        <p:spPr>
          <a:xfrm flipH="1">
            <a:off x="9619185" y="342635"/>
            <a:ext cx="355987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E109FDA-5A64-BE4A-AA96-BFAE5A232A30}"/>
              </a:ext>
            </a:extLst>
          </p:cNvPr>
          <p:cNvCxnSpPr>
            <a:cxnSpLocks/>
            <a:stCxn id="41" idx="4"/>
            <a:endCxn id="30" idx="0"/>
          </p:cNvCxnSpPr>
          <p:nvPr/>
        </p:nvCxnSpPr>
        <p:spPr>
          <a:xfrm>
            <a:off x="9619185" y="1220288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70CA360B-D847-1369-7FD1-56C22616E469}"/>
              </a:ext>
            </a:extLst>
          </p:cNvPr>
          <p:cNvSpPr/>
          <p:nvPr/>
        </p:nvSpPr>
        <p:spPr>
          <a:xfrm>
            <a:off x="8685812" y="677549"/>
            <a:ext cx="1859974" cy="56541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  <a:p>
            <a:pPr algn="ctr"/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5C61495-0599-0B98-8F4B-AB93520CDA7D}"/>
              </a:ext>
            </a:extLst>
          </p:cNvPr>
          <p:cNvSpPr/>
          <p:nvPr/>
        </p:nvSpPr>
        <p:spPr>
          <a:xfrm>
            <a:off x="8986917" y="0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A1ECC4C-D717-D57D-2A80-25AF6D3E8DAB}"/>
              </a:ext>
            </a:extLst>
          </p:cNvPr>
          <p:cNvSpPr/>
          <p:nvPr/>
        </p:nvSpPr>
        <p:spPr>
          <a:xfrm>
            <a:off x="9790568" y="0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66EB409-EB36-10EF-39DF-94AF4DFFF570}"/>
              </a:ext>
            </a:extLst>
          </p:cNvPr>
          <p:cNvCxnSpPr>
            <a:cxnSpLocks/>
            <a:stCxn id="62" idx="4"/>
            <a:endCxn id="58" idx="0"/>
          </p:cNvCxnSpPr>
          <p:nvPr/>
        </p:nvCxnSpPr>
        <p:spPr>
          <a:xfrm>
            <a:off x="12156934" y="336179"/>
            <a:ext cx="448979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3AED9153-9BFA-57D5-3714-A839D7498561}"/>
              </a:ext>
            </a:extLst>
          </p:cNvPr>
          <p:cNvSpPr/>
          <p:nvPr/>
        </p:nvSpPr>
        <p:spPr>
          <a:xfrm>
            <a:off x="12249926" y="1613621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16B2568-702F-7C61-907E-8CBBB7A51019}"/>
              </a:ext>
            </a:extLst>
          </p:cNvPr>
          <p:cNvSpPr/>
          <p:nvPr/>
        </p:nvSpPr>
        <p:spPr>
          <a:xfrm>
            <a:off x="12249926" y="2293644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1E67692-4E35-7C3B-B54E-AE94FE56C540}"/>
              </a:ext>
            </a:extLst>
          </p:cNvPr>
          <p:cNvCxnSpPr>
            <a:cxnSpLocks/>
            <a:stCxn id="48" idx="4"/>
            <a:endCxn id="49" idx="0"/>
          </p:cNvCxnSpPr>
          <p:nvPr/>
        </p:nvCxnSpPr>
        <p:spPr>
          <a:xfrm>
            <a:off x="12605913" y="1938466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72CEA7CE-6CD6-3416-E901-860A2DF708B1}"/>
              </a:ext>
            </a:extLst>
          </p:cNvPr>
          <p:cNvCxnSpPr>
            <a:cxnSpLocks/>
            <a:stCxn id="58" idx="2"/>
            <a:endCxn id="49" idx="2"/>
          </p:cNvCxnSpPr>
          <p:nvPr/>
        </p:nvCxnSpPr>
        <p:spPr>
          <a:xfrm rot="10800000" flipV="1">
            <a:off x="12249926" y="1052466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6CAF724B-AF5A-556A-3B45-A1DB6838CB4B}"/>
              </a:ext>
            </a:extLst>
          </p:cNvPr>
          <p:cNvSpPr/>
          <p:nvPr/>
        </p:nvSpPr>
        <p:spPr>
          <a:xfrm>
            <a:off x="12160635" y="3063292"/>
            <a:ext cx="896577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sum’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711DB7-0E5E-EB72-CD26-F0B682A9CACE}"/>
              </a:ext>
            </a:extLst>
          </p:cNvPr>
          <p:cNvCxnSpPr>
            <a:cxnSpLocks/>
            <a:stCxn id="49" idx="4"/>
            <a:endCxn id="52" idx="0"/>
          </p:cNvCxnSpPr>
          <p:nvPr/>
        </p:nvCxnSpPr>
        <p:spPr>
          <a:xfrm>
            <a:off x="12605913" y="2631240"/>
            <a:ext cx="3011" cy="4320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C7E3CF2C-6086-2531-A1B8-63CE40ADDB59}"/>
              </a:ext>
            </a:extLst>
          </p:cNvPr>
          <p:cNvSpPr/>
          <p:nvPr/>
        </p:nvSpPr>
        <p:spPr>
          <a:xfrm>
            <a:off x="11868066" y="1341537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A58CF5-2604-986B-2D9C-348166AA5432}"/>
              </a:ext>
            </a:extLst>
          </p:cNvPr>
          <p:cNvSpPr/>
          <p:nvPr/>
        </p:nvSpPr>
        <p:spPr>
          <a:xfrm>
            <a:off x="11868066" y="2052657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705E3FE-ED9C-7EC8-2A09-C107FCFD1585}"/>
              </a:ext>
            </a:extLst>
          </p:cNvPr>
          <p:cNvSpPr/>
          <p:nvPr/>
        </p:nvSpPr>
        <p:spPr>
          <a:xfrm>
            <a:off x="11868066" y="2817872"/>
            <a:ext cx="1470380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BF2C3E8-FF0E-6AB3-74A8-8DBB3439F004}"/>
              </a:ext>
            </a:extLst>
          </p:cNvPr>
          <p:cNvSpPr/>
          <p:nvPr/>
        </p:nvSpPr>
        <p:spPr>
          <a:xfrm>
            <a:off x="11620009" y="473711"/>
            <a:ext cx="1989707" cy="30235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i0[N0]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j0[M0]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FA9C946-F921-062E-CA81-AFE7207C45E3}"/>
              </a:ext>
            </a:extLst>
          </p:cNvPr>
          <p:cNvSpPr/>
          <p:nvPr/>
        </p:nvSpPr>
        <p:spPr>
          <a:xfrm>
            <a:off x="12249926" y="891102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49F8D15-1F6D-5BC1-4055-B8A42CF60F7A}"/>
              </a:ext>
            </a:extLst>
          </p:cNvPr>
          <p:cNvCxnSpPr>
            <a:cxnSpLocks/>
            <a:stCxn id="63" idx="4"/>
            <a:endCxn id="58" idx="0"/>
          </p:cNvCxnSpPr>
          <p:nvPr/>
        </p:nvCxnSpPr>
        <p:spPr>
          <a:xfrm flipH="1">
            <a:off x="12605913" y="336179"/>
            <a:ext cx="355987" cy="554923"/>
          </a:xfrm>
          <a:prstGeom prst="straightConnector1">
            <a:avLst/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D78127E-A7F9-D428-98FB-E231F366B3EA}"/>
              </a:ext>
            </a:extLst>
          </p:cNvPr>
          <p:cNvCxnSpPr>
            <a:cxnSpLocks/>
            <a:stCxn id="58" idx="4"/>
            <a:endCxn id="48" idx="0"/>
          </p:cNvCxnSpPr>
          <p:nvPr/>
        </p:nvCxnSpPr>
        <p:spPr>
          <a:xfrm>
            <a:off x="12605913" y="1213832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769F785A-03F8-441D-E929-B82B475FA855}"/>
              </a:ext>
            </a:extLst>
          </p:cNvPr>
          <p:cNvSpPr/>
          <p:nvPr/>
        </p:nvSpPr>
        <p:spPr>
          <a:xfrm>
            <a:off x="11672540" y="671093"/>
            <a:ext cx="1859974" cy="56541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i1[N1]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j1[M1]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  <a:p>
            <a:pPr algn="ctr"/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D492F8B-6626-23F5-8FB6-E60498B781BA}"/>
              </a:ext>
            </a:extLst>
          </p:cNvPr>
          <p:cNvSpPr/>
          <p:nvPr/>
        </p:nvSpPr>
        <p:spPr>
          <a:xfrm>
            <a:off x="11973645" y="-6456"/>
            <a:ext cx="366578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3A82518-A1F0-3F43-98F2-9AE55B988C11}"/>
              </a:ext>
            </a:extLst>
          </p:cNvPr>
          <p:cNvSpPr/>
          <p:nvPr/>
        </p:nvSpPr>
        <p:spPr>
          <a:xfrm>
            <a:off x="12777296" y="-6456"/>
            <a:ext cx="369207" cy="342635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A4327395-CA60-BEB4-A930-F33B6A758F85}"/>
              </a:ext>
            </a:extLst>
          </p:cNvPr>
          <p:cNvSpPr/>
          <p:nvPr/>
        </p:nvSpPr>
        <p:spPr>
          <a:xfrm>
            <a:off x="10688862" y="1944922"/>
            <a:ext cx="856325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146AA7-6ACF-33D9-CD53-810B926C9824}"/>
              </a:ext>
            </a:extLst>
          </p:cNvPr>
          <p:cNvSpPr txBox="1"/>
          <p:nvPr/>
        </p:nvSpPr>
        <p:spPr>
          <a:xfrm>
            <a:off x="10591155" y="1628770"/>
            <a:ext cx="10959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87EEE294-5515-57E7-1733-449D99902A90}"/>
              </a:ext>
            </a:extLst>
          </p:cNvPr>
          <p:cNvSpPr/>
          <p:nvPr/>
        </p:nvSpPr>
        <p:spPr>
          <a:xfrm>
            <a:off x="13720306" y="1944922"/>
            <a:ext cx="392939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8D6CA15-9BC8-3D85-C027-7BA960CA1BF1}"/>
              </a:ext>
            </a:extLst>
          </p:cNvPr>
          <p:cNvSpPr txBox="1"/>
          <p:nvPr/>
        </p:nvSpPr>
        <p:spPr>
          <a:xfrm>
            <a:off x="13627493" y="1620077"/>
            <a:ext cx="612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……</a:t>
            </a:r>
            <a:endParaRPr lang="en-US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AFC1-8885-FE43-5F81-06D6A7205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Rectangle 270">
            <a:extLst>
              <a:ext uri="{FF2B5EF4-FFF2-40B4-BE49-F238E27FC236}">
                <a16:creationId xmlns:a16="http://schemas.microsoft.com/office/drawing/2014/main" id="{3AF5EC9D-25BC-102D-AC5C-9566F4FFDC21}"/>
              </a:ext>
            </a:extLst>
          </p:cNvPr>
          <p:cNvSpPr/>
          <p:nvPr/>
        </p:nvSpPr>
        <p:spPr>
          <a:xfrm>
            <a:off x="0" y="0"/>
            <a:ext cx="6489687" cy="43185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C217086-9AB6-39DB-AAD0-09121395E64F}"/>
              </a:ext>
            </a:extLst>
          </p:cNvPr>
          <p:cNvSpPr/>
          <p:nvPr/>
        </p:nvSpPr>
        <p:spPr>
          <a:xfrm>
            <a:off x="4499842" y="0"/>
            <a:ext cx="425790" cy="42579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E13A43-30D1-8CCA-B80B-F02B8BF1BD6C}"/>
              </a:ext>
            </a:extLst>
          </p:cNvPr>
          <p:cNvCxnSpPr>
            <a:cxnSpLocks/>
            <a:stCxn id="38" idx="4"/>
            <a:endCxn id="282" idx="0"/>
          </p:cNvCxnSpPr>
          <p:nvPr/>
        </p:nvCxnSpPr>
        <p:spPr>
          <a:xfrm>
            <a:off x="4712737" y="425790"/>
            <a:ext cx="462995" cy="4713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142F922D-64E5-C09B-3B91-9891982E80F8}"/>
              </a:ext>
            </a:extLst>
          </p:cNvPr>
          <p:cNvSpPr/>
          <p:nvPr/>
        </p:nvSpPr>
        <p:spPr>
          <a:xfrm>
            <a:off x="4819745" y="1619666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387FCF4-0F73-5CCE-3F91-7FAEDFDEC737}"/>
              </a:ext>
            </a:extLst>
          </p:cNvPr>
          <p:cNvSpPr/>
          <p:nvPr/>
        </p:nvSpPr>
        <p:spPr>
          <a:xfrm>
            <a:off x="4819745" y="2299689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BBFDE399-38F2-EE87-5D3C-93D00BF4A920}"/>
              </a:ext>
            </a:extLst>
          </p:cNvPr>
          <p:cNvCxnSpPr>
            <a:cxnSpLocks/>
            <a:stCxn id="89" idx="4"/>
            <a:endCxn id="91" idx="0"/>
          </p:cNvCxnSpPr>
          <p:nvPr/>
        </p:nvCxnSpPr>
        <p:spPr>
          <a:xfrm>
            <a:off x="5175732" y="1944511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F621FA42-7C3B-F89A-B580-6D96D7712EF2}"/>
              </a:ext>
            </a:extLst>
          </p:cNvPr>
          <p:cNvCxnSpPr>
            <a:cxnSpLocks/>
            <a:stCxn id="282" idx="2"/>
            <a:endCxn id="91" idx="2"/>
          </p:cNvCxnSpPr>
          <p:nvPr/>
        </p:nvCxnSpPr>
        <p:spPr>
          <a:xfrm rot="10800000" flipV="1">
            <a:off x="4819745" y="1058511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A743BA31-0917-89C0-9950-A7ACB1D8DB43}"/>
              </a:ext>
            </a:extLst>
          </p:cNvPr>
          <p:cNvSpPr/>
          <p:nvPr/>
        </p:nvSpPr>
        <p:spPr>
          <a:xfrm>
            <a:off x="3965687" y="3072669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190B2D7-059C-3059-E3E8-4AC852350612}"/>
              </a:ext>
            </a:extLst>
          </p:cNvPr>
          <p:cNvCxnSpPr>
            <a:cxnSpLocks/>
            <a:stCxn id="91" idx="4"/>
            <a:endCxn id="94" idx="0"/>
          </p:cNvCxnSpPr>
          <p:nvPr/>
        </p:nvCxnSpPr>
        <p:spPr>
          <a:xfrm flipH="1">
            <a:off x="4321674" y="2637285"/>
            <a:ext cx="854058" cy="4353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8E48E64-2E1D-D304-203C-0690B263CA77}"/>
              </a:ext>
            </a:extLst>
          </p:cNvPr>
          <p:cNvCxnSpPr>
            <a:cxnSpLocks/>
            <a:stCxn id="91" idx="4"/>
            <a:endCxn id="225" idx="1"/>
          </p:cNvCxnSpPr>
          <p:nvPr/>
        </p:nvCxnSpPr>
        <p:spPr>
          <a:xfrm>
            <a:off x="5175732" y="2637285"/>
            <a:ext cx="310133" cy="4815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25292FF6-3453-E399-10AC-025363F45360}"/>
              </a:ext>
            </a:extLst>
          </p:cNvPr>
          <p:cNvSpPr/>
          <p:nvPr/>
        </p:nvSpPr>
        <p:spPr>
          <a:xfrm>
            <a:off x="5781728" y="0"/>
            <a:ext cx="425790" cy="42579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E420E7A5-FB04-F9D2-4F72-00A3290CD413}"/>
              </a:ext>
            </a:extLst>
          </p:cNvPr>
          <p:cNvCxnSpPr>
            <a:cxnSpLocks/>
            <a:stCxn id="98" idx="4"/>
            <a:endCxn id="225" idx="7"/>
          </p:cNvCxnSpPr>
          <p:nvPr/>
        </p:nvCxnSpPr>
        <p:spPr>
          <a:xfrm flipH="1">
            <a:off x="5989307" y="425790"/>
            <a:ext cx="5316" cy="26929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BE9D5FFC-F7A4-30F8-4786-034CF5C6DCE0}"/>
              </a:ext>
            </a:extLst>
          </p:cNvPr>
          <p:cNvSpPr/>
          <p:nvPr/>
        </p:nvSpPr>
        <p:spPr>
          <a:xfrm>
            <a:off x="4687256" y="3790482"/>
            <a:ext cx="744825" cy="2888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/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4EF2B79-3FB1-5A7B-BD1B-78CE723C913F}"/>
              </a:ext>
            </a:extLst>
          </p:cNvPr>
          <p:cNvCxnSpPr>
            <a:cxnSpLocks/>
            <a:stCxn id="94" idx="4"/>
            <a:endCxn id="102" idx="0"/>
          </p:cNvCxnSpPr>
          <p:nvPr/>
        </p:nvCxnSpPr>
        <p:spPr>
          <a:xfrm>
            <a:off x="4321674" y="3395399"/>
            <a:ext cx="737995" cy="3950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4B5CF93-E829-08A1-1BF8-55F9676C91C4}"/>
              </a:ext>
            </a:extLst>
          </p:cNvPr>
          <p:cNvCxnSpPr>
            <a:cxnSpLocks/>
            <a:stCxn id="225" idx="4"/>
            <a:endCxn id="102" idx="0"/>
          </p:cNvCxnSpPr>
          <p:nvPr/>
        </p:nvCxnSpPr>
        <p:spPr>
          <a:xfrm flipH="1">
            <a:off x="5059669" y="3394253"/>
            <a:ext cx="677917" cy="3962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2819E6A-A6A3-0C50-EA91-3A2D6C83322A}"/>
              </a:ext>
            </a:extLst>
          </p:cNvPr>
          <p:cNvSpPr/>
          <p:nvPr/>
        </p:nvSpPr>
        <p:spPr>
          <a:xfrm>
            <a:off x="4437885" y="1347582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0CF8E12-9B19-3878-8D1C-3E5E3DE3D284}"/>
              </a:ext>
            </a:extLst>
          </p:cNvPr>
          <p:cNvSpPr/>
          <p:nvPr/>
        </p:nvSpPr>
        <p:spPr>
          <a:xfrm>
            <a:off x="4437885" y="2058702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4F17115-B0B8-0069-6911-ACE6FA5C01E8}"/>
              </a:ext>
            </a:extLst>
          </p:cNvPr>
          <p:cNvSpPr/>
          <p:nvPr/>
        </p:nvSpPr>
        <p:spPr>
          <a:xfrm>
            <a:off x="3816025" y="2833187"/>
            <a:ext cx="1015613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55DF7408-A684-7D45-CF15-6AE54D72FDF7}"/>
              </a:ext>
            </a:extLst>
          </p:cNvPr>
          <p:cNvSpPr/>
          <p:nvPr/>
        </p:nvSpPr>
        <p:spPr>
          <a:xfrm>
            <a:off x="4436427" y="3551752"/>
            <a:ext cx="1471838" cy="5770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DE19A45-86A7-5E03-70A0-C14B08BB85CC}"/>
              </a:ext>
            </a:extLst>
          </p:cNvPr>
          <p:cNvSpPr/>
          <p:nvPr/>
        </p:nvSpPr>
        <p:spPr>
          <a:xfrm>
            <a:off x="4999738" y="2833615"/>
            <a:ext cx="1475697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</p:txBody>
      </p:sp>
      <p:sp>
        <p:nvSpPr>
          <p:cNvPr id="225" name="Oval 224">
            <a:extLst>
              <a:ext uri="{FF2B5EF4-FFF2-40B4-BE49-F238E27FC236}">
                <a16:creationId xmlns:a16="http://schemas.microsoft.com/office/drawing/2014/main" id="{06BA9890-9088-87F3-F0C6-67CD206C9170}"/>
              </a:ext>
            </a:extLst>
          </p:cNvPr>
          <p:cNvSpPr/>
          <p:nvPr/>
        </p:nvSpPr>
        <p:spPr>
          <a:xfrm>
            <a:off x="5381599" y="3071523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037454A-E331-7338-7D67-4816FBF35766}"/>
              </a:ext>
            </a:extLst>
          </p:cNvPr>
          <p:cNvSpPr txBox="1"/>
          <p:nvPr/>
        </p:nvSpPr>
        <p:spPr>
          <a:xfrm>
            <a:off x="35654" y="418678"/>
            <a:ext cx="4141382" cy="3173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M, K):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mm1[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Q[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K[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], mm1[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(S[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xmax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])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xsum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M, K):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mm2[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+=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xexp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*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3B3B3B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V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for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AF00D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in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>
                <a:solidFill>
                  <a:srgbClr val="795E26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grid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(N, M):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>
              <a:lnSpc>
                <a:spcPct val="120000"/>
              </a:lnSpc>
            </a:pP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xout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 </a:t>
            </a:r>
            <a:r>
              <a:rPr lang="en-US" sz="1400" kern="0" dirty="0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=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mm2[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 </a:t>
            </a:r>
            <a:r>
              <a:rPr lang="en-US" sz="1400" kern="0" dirty="0">
                <a:solidFill>
                  <a:srgbClr val="00000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400" kern="0" dirty="0" err="1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xsum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</a:t>
            </a:r>
            <a:r>
              <a:rPr lang="en-US" sz="1400" kern="0" dirty="0" err="1">
                <a:solidFill>
                  <a:srgbClr val="001080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400" kern="0" dirty="0">
                <a:solidFill>
                  <a:srgbClr val="3B3B3B"/>
                </a:solidFill>
                <a:effectLst/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]</a:t>
            </a:r>
            <a:endParaRPr lang="en-US" sz="1400" kern="100" dirty="0">
              <a:effectLst/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58F3DBF9-48EA-6CDA-3B39-9BB7B631E54F}"/>
              </a:ext>
            </a:extLst>
          </p:cNvPr>
          <p:cNvSpPr/>
          <p:nvPr/>
        </p:nvSpPr>
        <p:spPr>
          <a:xfrm>
            <a:off x="4437884" y="610206"/>
            <a:ext cx="1475697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E7307A1D-1319-4BB9-75E7-2D51243FDC7F}"/>
              </a:ext>
            </a:extLst>
          </p:cNvPr>
          <p:cNvSpPr/>
          <p:nvPr/>
        </p:nvSpPr>
        <p:spPr>
          <a:xfrm>
            <a:off x="5140785" y="0"/>
            <a:ext cx="425790" cy="42579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82" name="Oval 281">
            <a:extLst>
              <a:ext uri="{FF2B5EF4-FFF2-40B4-BE49-F238E27FC236}">
                <a16:creationId xmlns:a16="http://schemas.microsoft.com/office/drawing/2014/main" id="{DEBA0802-5308-A5E2-B8DE-D7CECB838295}"/>
              </a:ext>
            </a:extLst>
          </p:cNvPr>
          <p:cNvSpPr/>
          <p:nvPr/>
        </p:nvSpPr>
        <p:spPr>
          <a:xfrm>
            <a:off x="4819745" y="897147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60E8E637-4C74-6636-CA01-4741C2E5FEE7}"/>
              </a:ext>
            </a:extLst>
          </p:cNvPr>
          <p:cNvCxnSpPr>
            <a:cxnSpLocks/>
            <a:stCxn id="279" idx="4"/>
            <a:endCxn id="282" idx="0"/>
          </p:cNvCxnSpPr>
          <p:nvPr/>
        </p:nvCxnSpPr>
        <p:spPr>
          <a:xfrm flipH="1">
            <a:off x="5175732" y="425790"/>
            <a:ext cx="177948" cy="4713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46594F48-2C47-F2B4-FED2-1A4778C138C0}"/>
              </a:ext>
            </a:extLst>
          </p:cNvPr>
          <p:cNvCxnSpPr>
            <a:cxnSpLocks/>
            <a:stCxn id="282" idx="4"/>
            <a:endCxn id="89" idx="0"/>
          </p:cNvCxnSpPr>
          <p:nvPr/>
        </p:nvCxnSpPr>
        <p:spPr>
          <a:xfrm>
            <a:off x="5175732" y="1219877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Right Arrow 310">
            <a:extLst>
              <a:ext uri="{FF2B5EF4-FFF2-40B4-BE49-F238E27FC236}">
                <a16:creationId xmlns:a16="http://schemas.microsoft.com/office/drawing/2014/main" id="{48419185-F53B-07D0-C737-67070D4B9D43}"/>
              </a:ext>
            </a:extLst>
          </p:cNvPr>
          <p:cNvSpPr/>
          <p:nvPr/>
        </p:nvSpPr>
        <p:spPr>
          <a:xfrm>
            <a:off x="6509413" y="2154864"/>
            <a:ext cx="856325" cy="1832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C805490A-DBA4-5E34-C2F7-5A2CEDBC35DC}"/>
              </a:ext>
            </a:extLst>
          </p:cNvPr>
          <p:cNvSpPr txBox="1"/>
          <p:nvPr/>
        </p:nvSpPr>
        <p:spPr>
          <a:xfrm>
            <a:off x="6411707" y="1838712"/>
            <a:ext cx="996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Tile </a:t>
            </a:r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sp>
        <p:nvSpPr>
          <p:cNvPr id="313" name="Oval 312">
            <a:extLst>
              <a:ext uri="{FF2B5EF4-FFF2-40B4-BE49-F238E27FC236}">
                <a16:creationId xmlns:a16="http://schemas.microsoft.com/office/drawing/2014/main" id="{CE59E637-8871-693F-C453-65D5ECCAA5E8}"/>
              </a:ext>
            </a:extLst>
          </p:cNvPr>
          <p:cNvSpPr/>
          <p:nvPr/>
        </p:nvSpPr>
        <p:spPr>
          <a:xfrm>
            <a:off x="7825477" y="411"/>
            <a:ext cx="425790" cy="42579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</a:t>
            </a:r>
          </a:p>
        </p:txBody>
      </p:sp>
      <p:cxnSp>
        <p:nvCxnSpPr>
          <p:cNvPr id="314" name="Straight Arrow Connector 313">
            <a:extLst>
              <a:ext uri="{FF2B5EF4-FFF2-40B4-BE49-F238E27FC236}">
                <a16:creationId xmlns:a16="http://schemas.microsoft.com/office/drawing/2014/main" id="{90F01EB2-D35A-45D9-654B-D37FCD354851}"/>
              </a:ext>
            </a:extLst>
          </p:cNvPr>
          <p:cNvCxnSpPr>
            <a:cxnSpLocks/>
            <a:stCxn id="313" idx="4"/>
            <a:endCxn id="335" idx="0"/>
          </p:cNvCxnSpPr>
          <p:nvPr/>
        </p:nvCxnSpPr>
        <p:spPr>
          <a:xfrm>
            <a:off x="8038372" y="426201"/>
            <a:ext cx="462995" cy="4713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Oval 314">
            <a:extLst>
              <a:ext uri="{FF2B5EF4-FFF2-40B4-BE49-F238E27FC236}">
                <a16:creationId xmlns:a16="http://schemas.microsoft.com/office/drawing/2014/main" id="{CAA43CFF-17EF-DAC3-DF19-D27F0DA37522}"/>
              </a:ext>
            </a:extLst>
          </p:cNvPr>
          <p:cNvSpPr/>
          <p:nvPr/>
        </p:nvSpPr>
        <p:spPr>
          <a:xfrm>
            <a:off x="8145380" y="1620077"/>
            <a:ext cx="711974" cy="324845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max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16" name="Oval 315">
            <a:extLst>
              <a:ext uri="{FF2B5EF4-FFF2-40B4-BE49-F238E27FC236}">
                <a16:creationId xmlns:a16="http://schemas.microsoft.com/office/drawing/2014/main" id="{89A9FC3F-EF0A-CA1B-A0C4-8EADBD11AA89}"/>
              </a:ext>
            </a:extLst>
          </p:cNvPr>
          <p:cNvSpPr/>
          <p:nvPr/>
        </p:nvSpPr>
        <p:spPr>
          <a:xfrm>
            <a:off x="8145380" y="2300100"/>
            <a:ext cx="711974" cy="337596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exp</a:t>
            </a:r>
            <a:endParaRPr lang="en-US" sz="280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cxnSp>
        <p:nvCxnSpPr>
          <p:cNvPr id="317" name="Straight Arrow Connector 316">
            <a:extLst>
              <a:ext uri="{FF2B5EF4-FFF2-40B4-BE49-F238E27FC236}">
                <a16:creationId xmlns:a16="http://schemas.microsoft.com/office/drawing/2014/main" id="{D824C530-C5DC-586C-F36A-3847008505D8}"/>
              </a:ext>
            </a:extLst>
          </p:cNvPr>
          <p:cNvCxnSpPr>
            <a:cxnSpLocks/>
            <a:stCxn id="315" idx="4"/>
            <a:endCxn id="316" idx="0"/>
          </p:cNvCxnSpPr>
          <p:nvPr/>
        </p:nvCxnSpPr>
        <p:spPr>
          <a:xfrm>
            <a:off x="8501367" y="1944922"/>
            <a:ext cx="0" cy="355178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Elbow Connector 317">
            <a:extLst>
              <a:ext uri="{FF2B5EF4-FFF2-40B4-BE49-F238E27FC236}">
                <a16:creationId xmlns:a16="http://schemas.microsoft.com/office/drawing/2014/main" id="{7AB15EDF-EB6E-554A-1879-2AC4B389D391}"/>
              </a:ext>
            </a:extLst>
          </p:cNvPr>
          <p:cNvCxnSpPr>
            <a:cxnSpLocks/>
            <a:stCxn id="335" idx="2"/>
            <a:endCxn id="316" idx="2"/>
          </p:cNvCxnSpPr>
          <p:nvPr/>
        </p:nvCxnSpPr>
        <p:spPr>
          <a:xfrm rot="10800000" flipV="1">
            <a:off x="8145380" y="1058922"/>
            <a:ext cx="12700" cy="1409975"/>
          </a:xfrm>
          <a:prstGeom prst="bentConnector3">
            <a:avLst>
              <a:gd name="adj1" fmla="val 3893024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Oval 318">
            <a:extLst>
              <a:ext uri="{FF2B5EF4-FFF2-40B4-BE49-F238E27FC236}">
                <a16:creationId xmlns:a16="http://schemas.microsoft.com/office/drawing/2014/main" id="{A8F46DC1-B9EB-6F0B-B1FF-4B874BFCC7D1}"/>
              </a:ext>
            </a:extLst>
          </p:cNvPr>
          <p:cNvSpPr/>
          <p:nvPr/>
        </p:nvSpPr>
        <p:spPr>
          <a:xfrm>
            <a:off x="7291322" y="3073080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sum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4612A28E-852C-CD2B-C9DF-00E48D711708}"/>
              </a:ext>
            </a:extLst>
          </p:cNvPr>
          <p:cNvCxnSpPr>
            <a:cxnSpLocks/>
            <a:stCxn id="316" idx="4"/>
            <a:endCxn id="319" idx="0"/>
          </p:cNvCxnSpPr>
          <p:nvPr/>
        </p:nvCxnSpPr>
        <p:spPr>
          <a:xfrm flipH="1">
            <a:off x="7647309" y="2637696"/>
            <a:ext cx="854058" cy="43538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6D61EC39-664C-E6B6-1D26-5C0FFABB456A}"/>
              </a:ext>
            </a:extLst>
          </p:cNvPr>
          <p:cNvCxnSpPr>
            <a:cxnSpLocks/>
            <a:stCxn id="316" idx="4"/>
            <a:endCxn id="332" idx="1"/>
          </p:cNvCxnSpPr>
          <p:nvPr/>
        </p:nvCxnSpPr>
        <p:spPr>
          <a:xfrm>
            <a:off x="8501367" y="2637696"/>
            <a:ext cx="310133" cy="4815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Oval 321">
            <a:extLst>
              <a:ext uri="{FF2B5EF4-FFF2-40B4-BE49-F238E27FC236}">
                <a16:creationId xmlns:a16="http://schemas.microsoft.com/office/drawing/2014/main" id="{08FCA6B8-D91B-2339-B080-2FF0A25AFDDF}"/>
              </a:ext>
            </a:extLst>
          </p:cNvPr>
          <p:cNvSpPr/>
          <p:nvPr/>
        </p:nvSpPr>
        <p:spPr>
          <a:xfrm>
            <a:off x="9107363" y="411"/>
            <a:ext cx="425790" cy="42579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124E8880-E42D-3441-E91D-DCED6C8C2AEF}"/>
              </a:ext>
            </a:extLst>
          </p:cNvPr>
          <p:cNvCxnSpPr>
            <a:cxnSpLocks/>
            <a:stCxn id="322" idx="4"/>
            <a:endCxn id="332" idx="7"/>
          </p:cNvCxnSpPr>
          <p:nvPr/>
        </p:nvCxnSpPr>
        <p:spPr>
          <a:xfrm flipH="1">
            <a:off x="9314942" y="426201"/>
            <a:ext cx="5316" cy="26929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Oval 323">
            <a:extLst>
              <a:ext uri="{FF2B5EF4-FFF2-40B4-BE49-F238E27FC236}">
                <a16:creationId xmlns:a16="http://schemas.microsoft.com/office/drawing/2014/main" id="{F2A95B74-CFEE-B9BB-5C92-4EB84094177B}"/>
              </a:ext>
            </a:extLst>
          </p:cNvPr>
          <p:cNvSpPr/>
          <p:nvPr/>
        </p:nvSpPr>
        <p:spPr>
          <a:xfrm>
            <a:off x="8012891" y="3790893"/>
            <a:ext cx="744825" cy="28883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/</a:t>
            </a:r>
          </a:p>
        </p:txBody>
      </p:sp>
      <p:cxnSp>
        <p:nvCxnSpPr>
          <p:cNvPr id="325" name="Straight Arrow Connector 324">
            <a:extLst>
              <a:ext uri="{FF2B5EF4-FFF2-40B4-BE49-F238E27FC236}">
                <a16:creationId xmlns:a16="http://schemas.microsoft.com/office/drawing/2014/main" id="{BC9F202B-9BDC-C06D-A370-894F4621EA48}"/>
              </a:ext>
            </a:extLst>
          </p:cNvPr>
          <p:cNvCxnSpPr>
            <a:cxnSpLocks/>
            <a:stCxn id="319" idx="4"/>
            <a:endCxn id="324" idx="0"/>
          </p:cNvCxnSpPr>
          <p:nvPr/>
        </p:nvCxnSpPr>
        <p:spPr>
          <a:xfrm>
            <a:off x="7647309" y="3395810"/>
            <a:ext cx="737995" cy="3950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B606A093-8E39-564F-124D-45A0CCC2B537}"/>
              </a:ext>
            </a:extLst>
          </p:cNvPr>
          <p:cNvCxnSpPr>
            <a:cxnSpLocks/>
            <a:stCxn id="332" idx="4"/>
            <a:endCxn id="324" idx="0"/>
          </p:cNvCxnSpPr>
          <p:nvPr/>
        </p:nvCxnSpPr>
        <p:spPr>
          <a:xfrm flipH="1">
            <a:off x="8385304" y="3394664"/>
            <a:ext cx="677917" cy="39622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Rectangle 326">
            <a:extLst>
              <a:ext uri="{FF2B5EF4-FFF2-40B4-BE49-F238E27FC236}">
                <a16:creationId xmlns:a16="http://schemas.microsoft.com/office/drawing/2014/main" id="{E04B5DA6-C4B9-7DBD-661C-DADFC27233C8}"/>
              </a:ext>
            </a:extLst>
          </p:cNvPr>
          <p:cNvSpPr/>
          <p:nvPr/>
        </p:nvSpPr>
        <p:spPr>
          <a:xfrm>
            <a:off x="7763520" y="1347993"/>
            <a:ext cx="1470380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F31097DA-04D8-44E4-A27E-084E6B884494}"/>
              </a:ext>
            </a:extLst>
          </p:cNvPr>
          <p:cNvSpPr/>
          <p:nvPr/>
        </p:nvSpPr>
        <p:spPr>
          <a:xfrm>
            <a:off x="7763520" y="2059113"/>
            <a:ext cx="1470380" cy="6294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39A26634-2E90-B04B-3C81-C76FDD568BD9}"/>
              </a:ext>
            </a:extLst>
          </p:cNvPr>
          <p:cNvSpPr/>
          <p:nvPr/>
        </p:nvSpPr>
        <p:spPr>
          <a:xfrm>
            <a:off x="7141660" y="2833598"/>
            <a:ext cx="1015613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ED0A9D0A-013F-0BBE-E772-954AE42A7BEE}"/>
              </a:ext>
            </a:extLst>
          </p:cNvPr>
          <p:cNvSpPr/>
          <p:nvPr/>
        </p:nvSpPr>
        <p:spPr>
          <a:xfrm>
            <a:off x="7762062" y="3552163"/>
            <a:ext cx="1471838" cy="57707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endParaRPr lang="en-US" sz="1300" dirty="0">
              <a:solidFill>
                <a:schemeClr val="accent2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29F2A675-51F1-C765-357A-95EFD32AD440}"/>
              </a:ext>
            </a:extLst>
          </p:cNvPr>
          <p:cNvSpPr/>
          <p:nvPr/>
        </p:nvSpPr>
        <p:spPr>
          <a:xfrm>
            <a:off x="8325373" y="2834026"/>
            <a:ext cx="1475697" cy="60290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</p:txBody>
      </p:sp>
      <p:sp>
        <p:nvSpPr>
          <p:cNvPr id="332" name="Oval 331">
            <a:extLst>
              <a:ext uri="{FF2B5EF4-FFF2-40B4-BE49-F238E27FC236}">
                <a16:creationId xmlns:a16="http://schemas.microsoft.com/office/drawing/2014/main" id="{158043ED-D0C4-D192-3675-52A353702349}"/>
              </a:ext>
            </a:extLst>
          </p:cNvPr>
          <p:cNvSpPr/>
          <p:nvPr/>
        </p:nvSpPr>
        <p:spPr>
          <a:xfrm>
            <a:off x="8707234" y="3071934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</a:t>
            </a:r>
          </a:p>
        </p:txBody>
      </p:sp>
      <p:sp>
        <p:nvSpPr>
          <p:cNvPr id="333" name="Rectangle 332">
            <a:extLst>
              <a:ext uri="{FF2B5EF4-FFF2-40B4-BE49-F238E27FC236}">
                <a16:creationId xmlns:a16="http://schemas.microsoft.com/office/drawing/2014/main" id="{6B8B2976-6F91-06AC-E4AC-3C94E6A366A3}"/>
              </a:ext>
            </a:extLst>
          </p:cNvPr>
          <p:cNvSpPr/>
          <p:nvPr/>
        </p:nvSpPr>
        <p:spPr>
          <a:xfrm>
            <a:off x="7763519" y="610617"/>
            <a:ext cx="1475697" cy="627965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1300" dirty="0" err="1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i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[N]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j[M]</a:t>
            </a:r>
            <a:r>
              <a:rPr lang="en-US" sz="1300" dirty="0">
                <a:solidFill>
                  <a:schemeClr val="tx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,</a:t>
            </a:r>
            <a:r>
              <a:rPr lang="en-US" sz="1300" dirty="0">
                <a:solidFill>
                  <a:schemeClr val="accent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k[K]</a:t>
            </a:r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4FCF6F10-412C-90AE-A230-73D4F90C6370}"/>
              </a:ext>
            </a:extLst>
          </p:cNvPr>
          <p:cNvSpPr/>
          <p:nvPr/>
        </p:nvSpPr>
        <p:spPr>
          <a:xfrm>
            <a:off x="8466420" y="411"/>
            <a:ext cx="425790" cy="425790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DD7B5F2A-95DF-B1F0-DBD5-D4E64FE26A44}"/>
              </a:ext>
            </a:extLst>
          </p:cNvPr>
          <p:cNvSpPr/>
          <p:nvPr/>
        </p:nvSpPr>
        <p:spPr>
          <a:xfrm>
            <a:off x="8145380" y="897558"/>
            <a:ext cx="711974" cy="322730"/>
          </a:xfrm>
          <a:prstGeom prst="ellipse">
            <a:avLst/>
          </a:prstGeom>
          <a:solidFill>
            <a:schemeClr val="accent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mm1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E873524D-CEAA-F258-C4E3-50E9CBEBE2F6}"/>
              </a:ext>
            </a:extLst>
          </p:cNvPr>
          <p:cNvCxnSpPr>
            <a:cxnSpLocks/>
            <a:stCxn id="334" idx="4"/>
            <a:endCxn id="335" idx="0"/>
          </p:cNvCxnSpPr>
          <p:nvPr/>
        </p:nvCxnSpPr>
        <p:spPr>
          <a:xfrm flipH="1">
            <a:off x="8501367" y="426201"/>
            <a:ext cx="177948" cy="47135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Arrow Connector 336">
            <a:extLst>
              <a:ext uri="{FF2B5EF4-FFF2-40B4-BE49-F238E27FC236}">
                <a16:creationId xmlns:a16="http://schemas.microsoft.com/office/drawing/2014/main" id="{395764B4-BC71-6CDA-8DC3-41C53B1550AA}"/>
              </a:ext>
            </a:extLst>
          </p:cNvPr>
          <p:cNvCxnSpPr>
            <a:cxnSpLocks/>
            <a:stCxn id="335" idx="4"/>
            <a:endCxn id="315" idx="0"/>
          </p:cNvCxnSpPr>
          <p:nvPr/>
        </p:nvCxnSpPr>
        <p:spPr>
          <a:xfrm>
            <a:off x="8501367" y="1220288"/>
            <a:ext cx="0" cy="39978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2594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5228</TotalTime>
  <Words>958</Words>
  <Application>Microsoft Macintosh PowerPoint</Application>
  <PresentationFormat>Custom</PresentationFormat>
  <Paragraphs>157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Hack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Yifan Zhao</dc:creator>
  <cp:lastModifiedBy>Zhao, Yifan</cp:lastModifiedBy>
  <cp:revision>72</cp:revision>
  <cp:lastPrinted>2025-08-20T18:05:18Z</cp:lastPrinted>
  <dcterms:created xsi:type="dcterms:W3CDTF">2025-07-26T22:46:16Z</dcterms:created>
  <dcterms:modified xsi:type="dcterms:W3CDTF">2025-12-11T07:34:03Z</dcterms:modified>
</cp:coreProperties>
</file>